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463040" cy="502920"/>
          </a:xfrm>
          <a:prstGeom prst="rect">
            <a:avLst/>
          </a:prstGeom>
        </p:spPr>
      </p:pic>
      <p:pic>
        <p:nvPicPr>
          <p:cNvPr id="3" name="Image 1" descr="/mnt/data/poe_work/site/assets/img/course-icons/poe-course-icon.png">    </p:cNvPr>
          <p:cNvPicPr>
            <a:picLocks noChangeAspect="1"/>
          </p:cNvPicPr>
          <p:nvPr/>
        </p:nvPicPr>
        <p:blipFill>
          <a:blip r:embed="rId2">
            <a:alphaModFix amt="97000"/>
          </a:blip>
          <a:stretch>
            <a:fillRect/>
          </a:stretch>
        </p:blipFill>
        <p:spPr>
          <a:xfrm>
            <a:off x="9646920" y="384048"/>
            <a:ext cx="1417320" cy="1417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1207008"/>
            <a:ext cx="5486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0 • LESSON 0.6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58368" y="1609344"/>
            <a:ext cx="7863840" cy="10332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Printer Certification</a:t>
            </a:r>
            <a:endParaRPr lang="en-US" sz="3100" dirty="0"/>
          </a:p>
        </p:txBody>
      </p:sp>
      <p:sp>
        <p:nvSpPr>
          <p:cNvPr id="6" name="Text 2"/>
          <p:cNvSpPr/>
          <p:nvPr/>
        </p:nvSpPr>
        <p:spPr>
          <a:xfrm>
            <a:off x="658368" y="2990088"/>
            <a:ext cx="2011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58368" y="3273552"/>
            <a:ext cx="80467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slicer settings, supports, bed preparation, printer safety, and cleanup affect 3D print quality?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583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60120" y="4800600"/>
            <a:ext cx="1325880" cy="0"/>
          </a:xfrm>
          <a:prstGeom prst="line">
            <a:avLst/>
          </a:prstGeom>
          <a:noFill/>
          <a:ln w="12700">
            <a:solidFill>
              <a:srgbClr val="D9AB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729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D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474720" y="4800600"/>
            <a:ext cx="1325880" cy="0"/>
          </a:xfrm>
          <a:prstGeom prst="line">
            <a:avLst/>
          </a:prstGeom>
          <a:noFill/>
          <a:ln w="12700">
            <a:solidFill>
              <a:srgbClr val="2ED3F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875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989320" y="4800600"/>
            <a:ext cx="1325880" cy="0"/>
          </a:xfrm>
          <a:prstGeom prst="line">
            <a:avLst/>
          </a:prstGeom>
          <a:noFill/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8368" y="6217920"/>
            <a:ext cx="7772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Principles of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45-Minute Flight Plan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1124712"/>
            <a:ext cx="10058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systems-thinking habits for POE.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1572768"/>
            <a:ext cx="38862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737360"/>
            <a:ext cx="34838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2139696"/>
            <a:ext cx="3383280" cy="1636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basic 3D printer safety and workflow expectations.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slicer settings to print time, support, and part quality.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responsible printer cleanup and part-removal habits.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4709160" y="1572768"/>
            <a:ext cx="3063240" cy="2331720"/>
          </a:xfrm>
          <a:prstGeom prst="roundRect">
            <a:avLst>
              <a:gd name="adj" fmla="val 4706"/>
            </a:avLst>
          </a:prstGeom>
          <a:solidFill>
            <a:srgbClr val="F7FBFF"/>
          </a:solidFill>
          <a:ln w="12700">
            <a:solidFill>
              <a:srgbClr val="C9E6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0328" y="1737360"/>
            <a:ext cx="26609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like…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2103120"/>
            <a:ext cx="260604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prepare for 3D printing by checking settings, setup, and post-print responsibilities.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8001000" y="1572768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02168" y="1737360"/>
            <a:ext cx="3118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75320" y="2139696"/>
            <a:ext cx="3017520" cy="34655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Opening prompt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Quick vote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POE systems connection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Core skill focus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Evidence challenge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Scenario check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Exit debrief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3232" y="4727448"/>
            <a:ext cx="66751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end, your claim about today’s work should connect to evidence someone else can inspect.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slicer settings, supports, bed preparation, printer safety, and cleanup affect 3D print quality?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2148840"/>
            <a:ext cx="516636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2313432"/>
            <a:ext cx="476402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679192"/>
            <a:ext cx="470916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system, tool, safety habit, model, or evidence would help answer today’s focus question?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63640" y="2148840"/>
            <a:ext cx="4617720" cy="2057400"/>
          </a:xfrm>
          <a:prstGeom prst="roundRect">
            <a:avLst>
              <a:gd name="adj" fmla="val 5333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4808" y="2313432"/>
            <a:ext cx="42153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92240" y="2679192"/>
            <a:ext cx="41605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answer. Try to use an action word from engineering practice.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" y="4983480"/>
            <a:ext cx="9144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working lesson definition on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Definition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13232" y="1298448"/>
            <a:ext cx="10716768" cy="1207008"/>
          </a:xfrm>
          <a:prstGeom prst="roundRect">
            <a:avLst>
              <a:gd name="adj" fmla="val 9091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463040"/>
            <a:ext cx="1031443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working definition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1832" y="1828800"/>
            <a:ext cx="1025956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lesson, engineers slice, check, print so a system can be designed, built, tested, and defended with evidence.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3560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Slice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basic 3D printer safety and workflow expectations.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6052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6052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2744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2744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slicer settings to print time, support, and part quality.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45236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36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1928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1928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responsible printer cleanup and part-removal habits.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" y="5193792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strong engineering work is organized, safe, testable, and supported by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One Fits?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9509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627632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3d printer certification?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77240" y="233172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8408" y="249631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the first example without checking the system goal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233172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73368" y="249631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evidence and criteria to make a controlled decision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77240" y="365760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78408" y="382219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easiest option because it is fastest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72200" y="365760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73368" y="382219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work look finished before checking it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77240" y="5321808"/>
            <a:ext cx="8595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engineering choice.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417320"/>
            <a:ext cx="3703320" cy="2057400"/>
          </a:xfrm>
          <a:prstGeom prst="roundRect">
            <a:avLst>
              <a:gd name="adj" fmla="val 5333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1581912"/>
            <a:ext cx="33009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47672"/>
            <a:ext cx="32461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print is planned: the model, orientation, settings, supports, and cleanup all affect the final part.</a:t>
            </a:r>
            <a:endParaRPr lang="en-US" sz="1640" dirty="0"/>
          </a:p>
        </p:txBody>
      </p:sp>
      <p:sp>
        <p:nvSpPr>
          <p:cNvPr id="10" name="Shape 7"/>
          <p:cNvSpPr/>
          <p:nvPr/>
        </p:nvSpPr>
        <p:spPr>
          <a:xfrm>
            <a:off x="4800600" y="1417320"/>
            <a:ext cx="2926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01768" y="1581912"/>
            <a:ext cx="25237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uses lesson-specific evidence, criteria, safety checks, or system behavior instead of guessing.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001000" y="1417320"/>
            <a:ext cx="2926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02168" y="1581912"/>
            <a:ext cx="25237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treat engineering as completion rather than controlled decision-making.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14400" y="4343400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POE, strong choices are safe, testable, and connected to a system goal.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CONNECTION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Systems Evidence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combines mechanisms, energy, structures, controls, materials, data, and fabrication into working systems.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+ safety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PPE and lab routines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readiness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Certification evidence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Cleanup and inspection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443484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3600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+ mechanisms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0916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Sketches and CAD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 and assemblies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 and constraints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Rover subsystems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818388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8504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+ data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5820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Measurements and units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results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diagrams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conclusions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822960" y="5074920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focus: You can prepare for 3D printing by checking settings, setup, and post-print responsibilities.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+ TALK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Skill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system evidence source and connect it to today’s lesson.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3657600" cy="3291840"/>
          </a:xfrm>
          <a:prstGeom prst="roundRect">
            <a:avLst>
              <a:gd name="adj" fmla="val 3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1856232"/>
            <a:ext cx="3255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evidence source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258568"/>
            <a:ext cx="3154680" cy="2596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checklist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record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screenshot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diagram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data table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617720" y="1691640"/>
            <a:ext cx="6537960" cy="3291840"/>
          </a:xfrm>
          <a:prstGeom prst="roundRect">
            <a:avLst>
              <a:gd name="adj" fmla="val 3333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18888" y="1856232"/>
            <a:ext cx="613562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answer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2221992"/>
            <a:ext cx="6080760" cy="2633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would this evidence help you slice, check, or print in this lesson?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7240" y="5321808"/>
            <a:ext cx="9875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evidence source + one engineering decision it supports.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vs. Engineering Readiness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24712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just to finish; the goal is to show readiness with evidence.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1719072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883664"/>
            <a:ext cx="46725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mindset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286000"/>
            <a:ext cx="4572000" cy="2825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task looks done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file opens once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 was used quickly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appears complete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is missing or vague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63640" y="1719072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64808" y="1883664"/>
            <a:ext cx="46725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readiness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37960" y="2286000"/>
            <a:ext cx="4572000" cy="2825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requirement is clear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and setup are checked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evidence is labeled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are recorded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next decision is justified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→ Evidence → Decision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system, tool, model, or prototype.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97764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452628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5488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proves, challenges, or clarifies the claim.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7240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832104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2220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4964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68680" y="4800600"/>
            <a:ext cx="10332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can include sketches, measurements, screenshots, checklists, test data, observations, photos, and reflections.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You Need?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two strongest pieces of evidence.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9808" y="1572768"/>
            <a:ext cx="10378440" cy="777240"/>
          </a:xfrm>
          <a:prstGeom prst="roundRect">
            <a:avLst>
              <a:gd name="adj" fmla="val 14118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1737360"/>
            <a:ext cx="9976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" y="2103120"/>
            <a:ext cx="992124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3d printer certification work is accurate and ready to move forward.”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68680" y="2743200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9848" y="2907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97280" y="3273552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labeled sketch, screenshot, diagram, or model view that shows what was created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63640" y="2743200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64808" y="2907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3273552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statement that it looks good or seems finished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8680" y="3584448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9848" y="3749040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97280" y="4114800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measurements, checklist results, test data, or observations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3584448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64808" y="3749040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92240" y="4114800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 name that does not identify the lesson, unit, or task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68680" y="4425696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9848" y="4590288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97280" y="4956048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explanation connecting the evidence to the next decision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68680" y="5687568"/>
            <a:ext cx="8595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evidence pair.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Evidence Pair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4892040" cy="2606040"/>
          </a:xfrm>
          <a:prstGeom prst="roundRect">
            <a:avLst>
              <a:gd name="adj" fmla="val 4211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581912"/>
            <a:ext cx="44897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1947672"/>
            <a:ext cx="4434840" cy="1947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what was created or observed. C shows whether it meets the requirement or supports the design decision.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989320" y="1417320"/>
            <a:ext cx="48920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0488" y="1581912"/>
            <a:ext cx="44897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useful: 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0" y="1947672"/>
            <a:ext cx="4434840" cy="1947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explanation connects the evidence to the next decision. Without that connection, evidence can be hard to interpret.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68680" y="466344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confidence is not enough. Engineering evidence must be visible, specific, and tied to the requirement.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the Engineer Do Next?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0378440" cy="1024128"/>
          </a:xfrm>
          <a:prstGeom prst="roundRect">
            <a:avLst>
              <a:gd name="adj" fmla="val 1071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0976" y="1581912"/>
            <a:ext cx="9976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78408" y="1947672"/>
            <a:ext cx="9921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student working on this lesson notices the result does not match the expected system behavior or requirement.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88036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9848" y="304495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97280" y="341071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it and keep going because the task is almost finished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63640" y="288036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4808" y="304495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0" y="341071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388620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9848" y="4050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97280" y="441655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the evidence and restart without notes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63640" y="388620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64808" y="4050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92240" y="441655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faster option even if it cannot be justified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68680" y="5440680"/>
            <a:ext cx="8595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next step.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Next Step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371600"/>
            <a:ext cx="3703320" cy="2377440"/>
          </a:xfrm>
          <a:prstGeom prst="roundRect">
            <a:avLst>
              <a:gd name="adj" fmla="val 4615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1536192"/>
            <a:ext cx="33009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01952"/>
            <a:ext cx="3246120" cy="1719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800600" y="15087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15727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67528" y="149047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67528" y="180136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what happened using notes, screenshots, measurements, or observations.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00600" y="278892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285292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67528" y="277063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67528" y="308152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for the likely cause: setup, file, tool, data, material, or system behavior.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00600" y="406908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0600" y="413308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67528" y="405079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67528" y="436168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smallest useful change and collect new evidence.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turn the problem into useful evidence instead of hiding it.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on each statement before revealing the answers.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169164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85623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222199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work is ready because it looks finished.”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22960" y="278892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95351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51560" y="331927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evidence shows the 3D printer certification evidence meets the requirement because it includes labeled proof.”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822960" y="388620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4128" y="405079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441655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changed the setup after the first check showed a specific problem.”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68680" y="5440680"/>
            <a:ext cx="9144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statements are evidence-based?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A: Opinion-heavy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vague visual judgment: “looks finished.”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43484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3600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B: Evidence-based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344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the task to labeled proof and a requirement.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13816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3932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C: Evidence-based reasoning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6676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a design or setup change to an observed problem.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22960" y="5166360"/>
            <a:ext cx="100584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+ next decision = stronger engineering communication.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today’s systems-thinking habit before moving 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1627632"/>
            <a:ext cx="6400800" cy="3886200"/>
          </a:xfrm>
          <a:prstGeom prst="roundRect">
            <a:avLst>
              <a:gd name="adj" fmla="val 282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1792224"/>
            <a:ext cx="5998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assigned class format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2194560"/>
            <a:ext cx="5897880" cy="3191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thing you learned from Lesson 0.6: 3D Printer Certification.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piece of evidence that would support today’s work.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safety, documentation, CAD, system, or testing habit you need to remember.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43800" y="1627632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44968" y="1792224"/>
            <a:ext cx="3209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0" y="2157984"/>
            <a:ext cx="3154680" cy="32278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0.7 — Fusion 360 Refresher: Sketches, Constraints &amp; Dimensions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POE Unit 0 Lesson 0.6: 3D Printer Certification</dc:title>
  <dc:subject>POE Unit 0 Lesson 0.6</dc:subject>
  <dc:creator>LockwoodSTEM</dc:creator>
  <cp:lastModifiedBy>LockwoodSTEM</cp:lastModifiedBy>
  <cp:revision>1</cp:revision>
  <dcterms:created xsi:type="dcterms:W3CDTF">2026-07-17T18:48:47Z</dcterms:created>
  <dcterms:modified xsi:type="dcterms:W3CDTF">2026-07-17T18:48:47Z</dcterms:modified>
</cp:coreProperties>
</file>