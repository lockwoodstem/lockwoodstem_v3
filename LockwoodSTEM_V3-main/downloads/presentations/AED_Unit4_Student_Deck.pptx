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00-1.jpg" ContentType="image/jpg"/>
  <Override PartName="/ppt/media/image-101-2.jpg" ContentType="image/jpg"/>
  <Override PartName="/ppt/media/image-102-2.jpg" ContentType="image/jpg"/>
  <Override PartName="/ppt/media/image-105-1.jpg" ContentType="image/jpg"/>
  <Override PartName="/ppt/media/image-106-2.jpg" ContentType="image/jpg"/>
  <Override PartName="/ppt/media/image-107-2.jpg" ContentType="image/jpg"/>
  <Override PartName="/ppt/media/image-11-2.jpg" ContentType="image/jpg"/>
  <Override PartName="/ppt/media/image-110-1.jpg" ContentType="image/jpg"/>
  <Override PartName="/ppt/media/image-111-2.jpg" ContentType="image/jpg"/>
  <Override PartName="/ppt/media/image-112-2.jpg" ContentType="image/jpg"/>
  <Override PartName="/ppt/media/image-115-1.jpg" ContentType="image/jpg"/>
  <Override PartName="/ppt/media/image-12-2.jpg" ContentType="image/jpg"/>
  <Override PartName="/ppt/media/image-15-1.jpg" ContentType="image/jpg"/>
  <Override PartName="/ppt/media/image-16-2.jpg" ContentType="image/jpg"/>
  <Override PartName="/ppt/media/image-17-2.jpg" ContentType="image/jpg"/>
  <Override PartName="/ppt/media/image-20-1.jpg" ContentType="image/jpg"/>
  <Override PartName="/ppt/media/image-21-2.jpg" ContentType="image/jpg"/>
  <Override PartName="/ppt/media/image-22-2.jpg" ContentType="image/jpg"/>
  <Override PartName="/ppt/media/image-25-1.jpg" ContentType="image/jpg"/>
  <Override PartName="/ppt/media/image-26-2.jpg" ContentType="image/jpg"/>
  <Override PartName="/ppt/media/image-27-2.jpg" ContentType="image/jpg"/>
  <Override PartName="/ppt/media/image-30-1.jpg" ContentType="image/jpg"/>
  <Override PartName="/ppt/media/image-31-2.jpg" ContentType="image/jpg"/>
  <Override PartName="/ppt/media/image-32-2.jpg" ContentType="image/jpg"/>
  <Override PartName="/ppt/media/image-35-1.jpg" ContentType="image/jpg"/>
  <Override PartName="/ppt/media/image-36-2.jpg" ContentType="image/jpg"/>
  <Override PartName="/ppt/media/image-37-2.jpg" ContentType="image/jpg"/>
  <Override PartName="/ppt/media/image-4-2.jpg" ContentType="image/jpg"/>
  <Override PartName="/ppt/media/image-40-1.jpg" ContentType="image/jpg"/>
  <Override PartName="/ppt/media/image-41-2.jpg" ContentType="image/jpg"/>
  <Override PartName="/ppt/media/image-42-2.jpg" ContentType="image/jpg"/>
  <Override PartName="/ppt/media/image-45-1.jpg" ContentType="image/jpg"/>
  <Override PartName="/ppt/media/image-46-2.jpg" ContentType="image/jpg"/>
  <Override PartName="/ppt/media/image-47-2.jpg" ContentType="image/jpg"/>
  <Override PartName="/ppt/media/image-5-1.jpg" ContentType="image/jpg"/>
  <Override PartName="/ppt/media/image-50-1.jpg" ContentType="image/jpg"/>
  <Override PartName="/ppt/media/image-51-2.jpg" ContentType="image/jpg"/>
  <Override PartName="/ppt/media/image-52-2.jpg" ContentType="image/jpg"/>
  <Override PartName="/ppt/media/image-55-1.jpg" ContentType="image/jpg"/>
  <Override PartName="/ppt/media/image-56-2.jpg" ContentType="image/jpg"/>
  <Override PartName="/ppt/media/image-57-2.jpg" ContentType="image/jpg"/>
  <Override PartName="/ppt/media/image-6-2.jpg" ContentType="image/jpg"/>
  <Override PartName="/ppt/media/image-60-1.jpg" ContentType="image/jpg"/>
  <Override PartName="/ppt/media/image-61-2.jpg" ContentType="image/jpg"/>
  <Override PartName="/ppt/media/image-62-2.jpg" ContentType="image/jpg"/>
  <Override PartName="/ppt/media/image-65-1.jpg" ContentType="image/jpg"/>
  <Override PartName="/ppt/media/image-66-2.jpg" ContentType="image/jpg"/>
  <Override PartName="/ppt/media/image-67-2.jpg" ContentType="image/jpg"/>
  <Override PartName="/ppt/media/image-7-2.jpg" ContentType="image/jpg"/>
  <Override PartName="/ppt/media/image-70-1.jpg" ContentType="image/jpg"/>
  <Override PartName="/ppt/media/image-71-2.jpg" ContentType="image/jpg"/>
  <Override PartName="/ppt/media/image-72-2.jpg" ContentType="image/jpg"/>
  <Override PartName="/ppt/media/image-75-1.jpg" ContentType="image/jpg"/>
  <Override PartName="/ppt/media/image-76-2.jpg" ContentType="image/jpg"/>
  <Override PartName="/ppt/media/image-77-2.jpg" ContentType="image/jpg"/>
  <Override PartName="/ppt/media/image-80-1.jpg" ContentType="image/jpg"/>
  <Override PartName="/ppt/media/image-81-2.jpg" ContentType="image/jpg"/>
  <Override PartName="/ppt/media/image-82-2.jpg" ContentType="image/jpg"/>
  <Override PartName="/ppt/media/image-85-1.jpg" ContentType="image/jpg"/>
  <Override PartName="/ppt/media/image-86-2.jpg" ContentType="image/jpg"/>
  <Override PartName="/ppt/media/image-87-2.jpg" ContentType="image/jpg"/>
  <Override PartName="/ppt/media/image-90-1.jpg" ContentType="image/jpg"/>
  <Override PartName="/ppt/media/image-91-2.jpg" ContentType="image/jpg"/>
  <Override PartName="/ppt/media/image-92-2.jpg" ContentType="image/jpg"/>
  <Override PartName="/ppt/media/image-95-1.jpg" ContentType="image/jpg"/>
  <Override PartName="/ppt/media/image-96-2.jpg" ContentType="image/jpg"/>
  <Override PartName="/ppt/media/image-97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notesMasterIdLst>
    <p:notesMasterId r:id="rId1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-1-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-1-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-1-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-1-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-1-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-1-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-1-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-1-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-1-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-1-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-1-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-1-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-1-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-1-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-1-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-1-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-1-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-1-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-1-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-1-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-1-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-1-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-1-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-1-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5" Type="http://schemas.openxmlformats.org/officeDocument/2006/relationships/image" Target="../media/image-1-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-1-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-1-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-1-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5" Type="http://schemas.openxmlformats.org/officeDocument/2006/relationships/image" Target="../media/image-1-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-1-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5" Type="http://schemas.openxmlformats.org/officeDocument/2006/relationships/image" Target="../media/image-1-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-1-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-1-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5" Type="http://schemas.openxmlformats.org/officeDocument/2006/relationships/image" Target="../media/image-1-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5" Type="http://schemas.openxmlformats.org/officeDocument/2006/relationships/image" Target="../media/image-1-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5" Type="http://schemas.openxmlformats.org/officeDocument/2006/relationships/image" Target="../media/image-1-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-1-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4" Type="http://schemas.openxmlformats.org/officeDocument/2006/relationships/image" Target="../media/image-1-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5" Type="http://schemas.openxmlformats.org/officeDocument/2006/relationships/image" Target="../media/image-1-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5" Type="http://schemas.openxmlformats.org/officeDocument/2006/relationships/image" Target="../media/image-1-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5" Type="http://schemas.openxmlformats.org/officeDocument/2006/relationships/image" Target="../media/image-1-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4" Type="http://schemas.openxmlformats.org/officeDocument/2006/relationships/image" Target="../media/image-1-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-1-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5" Type="http://schemas.openxmlformats.org/officeDocument/2006/relationships/image" Target="../media/image-1-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5" Type="http://schemas.openxmlformats.org/officeDocument/2006/relationships/image" Target="../media/image-1-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5" Type="http://schemas.openxmlformats.org/officeDocument/2006/relationships/image" Target="../media/image-1-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4" Type="http://schemas.openxmlformats.org/officeDocument/2006/relationships/image" Target="../media/image-1-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-1-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5" Type="http://schemas.openxmlformats.org/officeDocument/2006/relationships/image" Target="../media/image-1-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5" Type="http://schemas.openxmlformats.org/officeDocument/2006/relationships/image" Target="../media/image-1-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5" Type="http://schemas.openxmlformats.org/officeDocument/2006/relationships/image" Target="../media/image-1-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-1-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4" Type="http://schemas.openxmlformats.org/officeDocument/2006/relationships/image" Target="../media/image-1-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5" Type="http://schemas.openxmlformats.org/officeDocument/2006/relationships/image" Target="../media/image-1-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-1-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5" Type="http://schemas.openxmlformats.org/officeDocument/2006/relationships/image" Target="../media/image-1-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4" Type="http://schemas.openxmlformats.org/officeDocument/2006/relationships/image" Target="../media/image-1-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4" Type="http://schemas.openxmlformats.org/officeDocument/2006/relationships/image" Target="../media/image-1-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5" Type="http://schemas.openxmlformats.org/officeDocument/2006/relationships/image" Target="../media/image-1-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5" Type="http://schemas.openxmlformats.org/officeDocument/2006/relationships/image" Target="../media/image-1-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5" Type="http://schemas.openxmlformats.org/officeDocument/2006/relationships/image" Target="../media/image-1-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4" Type="http://schemas.openxmlformats.org/officeDocument/2006/relationships/image" Target="../media/image-1-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4" Type="http://schemas.openxmlformats.org/officeDocument/2006/relationships/image" Target="../media/image-1-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5" Type="http://schemas.openxmlformats.org/officeDocument/2006/relationships/image" Target="../media/image-1-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5" Type="http://schemas.openxmlformats.org/officeDocument/2006/relationships/image" Target="../media/image-1-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5" Type="http://schemas.openxmlformats.org/officeDocument/2006/relationships/image" Target="../media/image-1-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4" Type="http://schemas.openxmlformats.org/officeDocument/2006/relationships/image" Target="../media/image-1-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4" Type="http://schemas.openxmlformats.org/officeDocument/2006/relationships/image" Target="../media/image-1-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5" Type="http://schemas.openxmlformats.org/officeDocument/2006/relationships/image" Target="../media/image-1-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5" Type="http://schemas.openxmlformats.org/officeDocument/2006/relationships/image" Target="../media/image-1-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5" Type="http://schemas.openxmlformats.org/officeDocument/2006/relationships/image" Target="../media/image-1-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4" Type="http://schemas.openxmlformats.org/officeDocument/2006/relationships/image" Target="../media/image-1-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4" Type="http://schemas.openxmlformats.org/officeDocument/2006/relationships/image" Target="../media/image-1-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5" Type="http://schemas.openxmlformats.org/officeDocument/2006/relationships/image" Target="../media/image-1-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5" Type="http://schemas.openxmlformats.org/officeDocument/2006/relationships/image" Target="../media/image-1-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5" Type="http://schemas.openxmlformats.org/officeDocument/2006/relationships/image" Target="../media/image-1-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Relationship Id="rId4" Type="http://schemas.openxmlformats.org/officeDocument/2006/relationships/image" Target="../media/image-1-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Relationship Id="rId4" Type="http://schemas.openxmlformats.org/officeDocument/2006/relationships/image" Target="../media/image-1-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5" Type="http://schemas.openxmlformats.org/officeDocument/2006/relationships/image" Target="../media/image-1-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5" Type="http://schemas.openxmlformats.org/officeDocument/2006/relationships/image" Target="../media/image-1-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5" Type="http://schemas.openxmlformats.org/officeDocument/2006/relationships/image" Target="../media/image-1-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Relationship Id="rId4" Type="http://schemas.openxmlformats.org/officeDocument/2006/relationships/image" Target="../media/image-1-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Relationship Id="rId4" Type="http://schemas.openxmlformats.org/officeDocument/2006/relationships/image" Target="../media/image-1-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Relationship Id="rId5" Type="http://schemas.openxmlformats.org/officeDocument/2006/relationships/image" Target="../media/image-1-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Relationship Id="rId5" Type="http://schemas.openxmlformats.org/officeDocument/2006/relationships/image" Target="../media/image-1-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5" Type="http://schemas.openxmlformats.org/officeDocument/2006/relationships/image" Target="../media/image-1-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Relationship Id="rId4" Type="http://schemas.openxmlformats.org/officeDocument/2006/relationships/image" Target="../media/image-1-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Relationship Id="rId4" Type="http://schemas.openxmlformats.org/officeDocument/2006/relationships/image" Target="../media/image-1-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5" Type="http://schemas.openxmlformats.org/officeDocument/2006/relationships/image" Target="../media/image-1-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Relationship Id="rId5" Type="http://schemas.openxmlformats.org/officeDocument/2006/relationships/image" Target="../media/image-1-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Relationship Id="rId5" Type="http://schemas.openxmlformats.org/officeDocument/2006/relationships/image" Target="../media/image-1-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Relationship Id="rId4" Type="http://schemas.openxmlformats.org/officeDocument/2006/relationships/image" Target="../media/image-1-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Relationship Id="rId4" Type="http://schemas.openxmlformats.org/officeDocument/2006/relationships/image" Target="../media/image-1-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5-1.jp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Relationship Id="rId5" Type="http://schemas.openxmlformats.org/officeDocument/2006/relationships/image" Target="../media/image-1-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Relationship Id="rId5" Type="http://schemas.openxmlformats.org/officeDocument/2006/relationships/image" Target="../media/image-1-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Relationship Id="rId5" Type="http://schemas.openxmlformats.org/officeDocument/2006/relationships/image" Target="../media/image-1-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Relationship Id="rId4" Type="http://schemas.openxmlformats.org/officeDocument/2006/relationships/image" Target="../media/image-1-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Relationship Id="rId4" Type="http://schemas.openxmlformats.org/officeDocument/2006/relationships/image" Target="../media/image-1-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image" Target="../media/image-10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Relationship Id="rId5" Type="http://schemas.openxmlformats.org/officeDocument/2006/relationships/image" Target="../media/image-1-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Relationship Id="rId5" Type="http://schemas.openxmlformats.org/officeDocument/2006/relationships/image" Target="../media/image-1-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Relationship Id="rId5" Type="http://schemas.openxmlformats.org/officeDocument/2006/relationships/image" Target="../media/image-1-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Relationship Id="rId4" Type="http://schemas.openxmlformats.org/officeDocument/2006/relationships/image" Target="../media/image-1-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Relationship Id="rId4" Type="http://schemas.openxmlformats.org/officeDocument/2006/relationships/image" Target="../media/image-1-2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Relationship Id="rId5" Type="http://schemas.openxmlformats.org/officeDocument/2006/relationships/image" Target="../media/image-1-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Relationship Id="rId5" Type="http://schemas.openxmlformats.org/officeDocument/2006/relationships/image" Target="../media/image-1-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Relationship Id="rId5" Type="http://schemas.openxmlformats.org/officeDocument/2006/relationships/image" Target="../media/image-1-2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Relationship Id="rId4" Type="http://schemas.openxmlformats.org/officeDocument/2006/relationships/image" Target="../media/image-1-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Relationship Id="rId4" Type="http://schemas.openxmlformats.org/officeDocument/2006/relationships/image" Target="../media/image-1-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image" Target="../media/image-1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Relationship Id="rId5" Type="http://schemas.openxmlformats.org/officeDocument/2006/relationships/image" Target="../media/image-1-2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Relationship Id="rId5" Type="http://schemas.openxmlformats.org/officeDocument/2006/relationships/image" Target="../media/image-1-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Relationship Id="rId5" Type="http://schemas.openxmlformats.org/officeDocument/2006/relationships/image" Target="../media/image-1-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Relationship Id="rId4" Type="http://schemas.openxmlformats.org/officeDocument/2006/relationships/image" Target="../media/image-1-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Relationship Id="rId4" Type="http://schemas.openxmlformats.org/officeDocument/2006/relationships/image" Target="../media/image-1-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5-1.jpg"/><Relationship Id="rId2" Type="http://schemas.openxmlformats.org/officeDocument/2006/relationships/image" Target="../media/image-1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Relationship Id="rId5" Type="http://schemas.openxmlformats.org/officeDocument/2006/relationships/image" Target="../media/image-1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tabletop_scene_photographed_from_a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0"/>
            <a:ext cx="57451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6364224" y="0"/>
            <a:ext cx="82296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566928" y="1051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Aerospace Engineering Design</a:t>
            </a:r>
          </a:p>
        </p:txBody>
      </p:sp>
      <p:sp>
        <p:nvSpPr>
          <p:cNvPr id="8" name="Text 4"/>
          <p:cNvSpPr/>
          <p:nvPr/>
        </p:nvSpPr>
        <p:spPr>
          <a:xfrm>
            <a:off x="566928" y="1600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7B20"/>
                </a:solidFill>
              </a:rPr>
              <a:t>Unit 4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566928" y="2084832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Aerospace Mechanisms, Materials &amp; Electromechanical Systems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566928" y="379476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EEF6"/>
                </a:solidFill>
              </a:rPr>
              <a:t>Design, build, test, analyze, and revise a working aerospace-inspired system using material evidence, mechanism behavior, electrical integration, and data.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66928" y="6172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Student learning deck • LockwoodSTEM aerospace-aligned AED curriculum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Unit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Learning Arc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04C"/>
                </a:solidFill>
              </a:rPr>
              <a:t>You will combine technical subsystems into one working prototype.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9436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0" name="Text 7"/>
          <p:cNvSpPr/>
          <p:nvPr/>
        </p:nvSpPr>
        <p:spPr>
          <a:xfrm>
            <a:off x="77724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Select Materials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Compare material properties and test samples before committing to a design choice.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38328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356616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6616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Control Motion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56616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Explore mechanisms, motion types, force, friction, and system behavior.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7220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35508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5508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Integrate Power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5508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Use simple circuits and motors safely when the prototype needs electromechanical motion.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96112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2" name="Text 19"/>
          <p:cNvSpPr/>
          <p:nvPr/>
        </p:nvSpPr>
        <p:spPr>
          <a:xfrm>
            <a:off x="914400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14400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Test + Revise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4400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Collect data, graph results, draw conclusions, and improve the prototype.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85800" y="58978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</a:rPr>
              <a:t>The final demonstration should prove the system works and explain the evidence behind each major decision.</a:t>
            </a:r>
            <a:endParaRPr lang="en-US" sz="18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Unit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Deliverables Map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204C"/>
                </a:solidFill>
              </a:rPr>
              <a:t>Each lesson creates part of the final technical demonstration package.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0" name="Text 7"/>
          <p:cNvSpPr/>
          <p:nvPr/>
        </p:nvSpPr>
        <p:spPr>
          <a:xfrm>
            <a:off x="73152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Materials Evidence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property comparison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data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statistics/error notes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material recommendation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tradeoff statement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33756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10"/>
          <p:cNvSpPr/>
          <p:nvPr/>
        </p:nvSpPr>
        <p:spPr>
          <a:xfrm>
            <a:off x="352044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Mechanism Evidence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2044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motion classification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mechanism exploration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friction analysis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motion graph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matrix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Text 13"/>
          <p:cNvSpPr/>
          <p:nvPr/>
        </p:nvSpPr>
        <p:spPr>
          <a:xfrm>
            <a:off x="630936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System Evidence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0936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architecture diagram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 layout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prototype build photos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circuit/motor diagram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 notes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91540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6"/>
          <p:cNvSpPr/>
          <p:nvPr/>
        </p:nvSpPr>
        <p:spPr>
          <a:xfrm>
            <a:off x="909828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Testing Evidence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09828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protocol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table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graph/conclusion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revision evidence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demo reflection</a:t>
            </a:r>
            <a:endParaRPr lang="en-US" sz="1350" dirty="0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Unit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 Unit 4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Shape 5"/>
          <p:cNvSpPr/>
          <p:nvPr/>
        </p:nvSpPr>
        <p:spPr>
          <a:xfrm>
            <a:off x="6519672" y="941832"/>
            <a:ext cx="5020056" cy="5248656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9" name="Image 1" descr="/mnt/data/unit4_crops/a_clean_white_background_technical_infographic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60120"/>
            <a:ext cx="4983480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37960" y="5760720"/>
            <a:ext cx="498348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647688" y="586130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Unit 4 is about building a functional system and proving performance with evidence.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96012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713232" y="11064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YOUR CORE CHALLENGE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13232" y="1435608"/>
            <a:ext cx="51114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Create an aerospace-inspired mechanism or electromechanical system prototype that moves, performs a function, and can be tested with data.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48640" y="233172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Text 12"/>
          <p:cNvSpPr/>
          <p:nvPr/>
        </p:nvSpPr>
        <p:spPr>
          <a:xfrm>
            <a:off x="713232" y="24780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WHAT “WORKING” MEANS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3232" y="2807208"/>
            <a:ext cx="51114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Working means the system is safe, reliable enough to demonstrate, and supported by material, mechanism, circuit, and testing evidence.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370332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5"/>
          <p:cNvSpPr/>
          <p:nvPr/>
        </p:nvSpPr>
        <p:spPr>
          <a:xfrm>
            <a:off x="713232" y="38496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WHAT GOOD EVIDENCE LOOKS LIKE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3232" y="4178808"/>
            <a:ext cx="51114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Material test data, motion observations, circuit diagrams, test protocols, graphs, revision notes, and photos that show how the design improved.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548640" y="5074920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2" name="Text 18"/>
          <p:cNvSpPr/>
          <p:nvPr/>
        </p:nvSpPr>
        <p:spPr>
          <a:xfrm>
            <a:off x="713232" y="52212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ENGINEERING HABIT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13232" y="5550408"/>
            <a:ext cx="511149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Build only after you know what the system must do and how you will test success.</a:t>
            </a:r>
            <a:endParaRPr lang="en-US" sz="1450" dirty="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product_photo_style_scene_on_a_whi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Unit 4 Challenge Launch: Aerospace Mechanisms, Materials &amp; Electromechanical Systems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materials, mechanisms, circuits, and data work together in an aerospace system?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Challenge Launch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Unit 4 Challenge Launch: Aerospace Mechanisms, Materials &amp; Electromechanical Systems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materials, mechanisms, circuits, and data work together in an aerospace system?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product_photo_style_scene_on_a_whit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Understand the Unit 4 aerospace system challenge and how materials, mechanisms, circuits, and data combine into one working prototype.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explain the challenge, identify system requirements, and describe the evidence my team will need to collect.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Challenge brief annotated with early criteria, constraints, subsystem ideas, and questions.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Challenge Launch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 4 connects several engineering topics into one functional system.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system is made of interacting subsystems: structure, mechanism, power/control, and testing.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Aerospace designs must balance mass, strength, motion, reliability, safety, and evidence.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final demonstration must show how the prototype works and how data supports design decisions.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product_photo_style_scene_on_a_whi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Material choices are stronger when supported by testing, measurement, and data.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Challenge Launch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Read and annotate the Unit 4 challenge brief.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required functions and system constraints.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List possible aerospace applications such as deployment, positioning, release, or motion control.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Sketch early subsystem ideas and questions.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Begin a team evidence plan for materials, mechanism, circuit, and data.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Challenge Launch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Annotated challenge brief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Initial criteria and constraints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Subsystem brainstorm sketch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Early evidence plan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reflection on the most important technical risk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Challenge brief annotated with early criteria, constraints, subsystem ideas, and questions.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product_photo_style_scene_on_a_whi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Aerospace Materials and Material Properties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material properties influence aerospace design decisions?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Aerospace Materials and Material Properties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Aerospace Materials and Material Properties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material properties influence aerospace design decisions?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product_photo_style_scene_on_a_whit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Compare material properties that influence aerospace design choices.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connect material properties to design tradeoffs such as weight, stiffness, flexibility, durability, and manufacturability.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Material property comparison table and preliminary material recommendation.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Aerospace Materials and Material Properties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Materials are selected based on properties, not appearance.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properties include density, stiffness, strength, flexibility, toughness, conductivity, cost, and manufacturability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Aerospace systems often prioritize strength-to-weight ratio and reliability.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Different parts of the same prototype may require different materials.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product_photo_style_scene_on_a_whi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Material choices are stronger when supported by testing, measurement, and data.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Aerospace Materials and Material Properties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Compare classroom-approved materials using property categories.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Match materials to possible prototype parts or functions.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at least two tradeoffs for each possible material.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Choose a preliminary material recommendation for one subsystem.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Record why the material choice fits the challenge requirements.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Aerospace Materials and Material Properties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Material comparison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At least three material-property observations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Preliminary material recommendation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Tradeoff statement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reflection on material selection risk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Material property comparison table and preliminary material recommendation.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product_photo_style_scene_on_a_whi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4.3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Material Testing Lab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engineers test materials before choosing them for a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Material Testing Lab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Material Testing Lab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engineers test materials before choosing them for a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product_photo_style_scene_on_a_whit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Conduct a simple material test and use the results to support a design decision.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collect material test data and explain how the data affects a prototype decision.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Material test data table with a recommendation supported by evidence.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Material Testing Lab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Material testing helps engineers avoid guessing.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fair test controls variables so results are comparable.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Deflection, failure, mass, and repeatability can help describe material performance.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evidence is strongest when procedure, data, and conclusion are documented clearly.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product_photo_style_scene_on_a_whi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Material choices are stronger when supported by testing, measurement, and data.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Material Testing Lab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Set up a fair material test using approved classroom materials.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Measure the same variable for each material or sample.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Record raw data in a table.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Compare material performance using the test results.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Write a short evidence-based recommendation.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Material Testing Lab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Material test setup sketch or photo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Raw data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Controlled variables noted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Material performance comparison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Recommendation supported by data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Material test data table with a recommendation supported by evidence.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product_photo_style_scene_on_a_whi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4.4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Statistics and Measurement Error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statistics help engineers trust and interpret test results?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Statistics and Measurement Error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Statistics and Measurement Error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statistics help engineers trust and interpret test results?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product_photo_style_scene_on_a_whit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Use basic statistics to interpret material or prototype test data.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calculate and interpret mean, range, variation, and measurement uncertainty in an engineering test.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Statistics summary for a test dataset with a reliability statement.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Statistics and Measurement Error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measurement rarely tells the whole story.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Repeated trials help reveal variation and possible error.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Mean describes a typical value; range shows spread.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Measurement tools, human reading, setup differences, and sample variation can create error.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Engineers use statistics to decide how much confidence to place in data.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product_photo_style_scene_on_a_whi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Material choices are stronger when supported by testing, measurement, and data.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Statistics and Measurement Error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a small set of test data.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Calculate mean and range for repeated trials.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possible sources of measurement error.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Decide whether the results are consistent enough to use.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Write a conclusion that mentions data reliability.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Statistics and Measurement Error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statistics calculations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Error source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Reliability statement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Revised data conclusion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reflection on how uncertainty affects decisions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Statistics summary for a test dataset with a reliability statement.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isolated_product_photo_style_scen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4.5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Mechanisms and Types of Motion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mechanisms change or control motion in aerospace systems?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Mechanisms and Types of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Mechanisms and Types of Motion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mechanisms change or control motion in aerospace systems?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isolated_product_photo_style_scen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Identify common mechanisms and describe how they change motion.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describe rotary, linear, reciprocating, and oscillating motion and connect them to mechanism examples.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Mechanism motion notes with aerospace application examples.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Mechanisms and Types of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Mechanisms transfer, change, or control motion.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Common motion types include rotary, linear, reciprocating, and oscillating motion.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Inputs and outputs may have different motion types, directions, speeds, or forces.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Aerospace examples include doors, antennas, clamps, landing gear, deployable panels, and release systems.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isolated_product_photo_style_scen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Mechanisms depend on geometry, motion type, force, friction, and reliable interfaces.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Mechanisms and Types of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Observe mechanism examples or diagrams.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Label input motion and output motion.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Classify motion type for each mechanism.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where the mechanism could be used in an aerospace prototype.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Sketch one mechanism concept for the Unit 4 challenge.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Mechanisms and Types of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Motion type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Input-output labels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Mechanism sketch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Aerospace application example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reflection on mechanism choice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Mechanism motion notes with aerospace application examples.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isolated_product_photo_style_scen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4.6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Mechanism Exploration: Linkages, Hinges, Cams, Gears, and Pulleys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physical mechanism exploration reveal design possibilities and limitations?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 Exploration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Mechanism Exploration: Linkages, Hinges, Cams, Gears, and Pulleys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physical mechanism exploration reveal design possibilities and limitations?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isolated_product_photo_style_scen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Explore mechanism examples to understand how geometry and constraints affect motion.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test or observe several mechanisms and identify advantages, limitations, and possible uses.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Mechanism exploration table with selected concept direction.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 Exploration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Mechanisms work because of geometry, constraints, and contact between parts.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Linkages can guide motion through connected bars and pivots.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Hinges allow rotation around an axis.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Cams can convert rotary motion into repeated motion.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Gears and pulleys can change speed, torque, direction, or force path.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isolated_product_photo_style_scen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Mechanisms depend on geometry, motion type, force, friction, and reliable interfaces.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 Exploration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Explore linkages, hinges, cams, gears, or pulleys.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Record what motion each mechanism creates.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one strength and one limitation for each mechanism.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Connect at least one mechanism to your Unit 4 prototype idea.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Choose one mechanism type to investigate further.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Mechanism Exploration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Mechanism exploration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Input/output motion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Strength and limitation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Prototype connection statement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Selected mechanism direction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Mechanism exploration table with selected concept direction.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isolated_product_photo_style_scen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4.7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Friction, Force, and Mechanism Performance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does friction affect whether a mechanism works reliably?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Friction, Force, and Mechanism Performance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Friction, Force, and Mechanism Performance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does friction affect whether a mechanism works reliably?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isolated_product_photo_style_scen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Analyze how friction and force affect mechanism reliability.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identify places where friction helps or hurts a mechanism and suggest design improvements.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Friction and force analysis for a mechanism concept.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Friction, Force, and Mechanism Performance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Friction can prevent motion, waste energy, create wear, or help parts grip.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Mechanisms need enough force or torque to overcome friction and move the load.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Contact surfaces, alignment, material choice, and lubrication can change friction.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reliable prototype must move consistently under expected conditions.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isolated_product_photo_style_scen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Mechanisms depend on geometry, motion type, force, friction, and reliable interfaces.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Friction, Force, and Mechanism Performance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contact points in a mechanism concept.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Predict where friction may help or hurt motion.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Test or simulate how force affects movement.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Propose ways to reduce unwanted friction or increase useful grip.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Update the design notes based on friction analysis.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Friction, Force, and Mechanism Performance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Mechanism contact-point sketch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Friction helps/hurts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Force or torque observation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Improvement recommendation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reflection on reliability risk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Friction and force analysis for a mechanism concept.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isolated_product_photo_style_scen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4.8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Motion Graphs and System Behavior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graphs help engineers understand system behavior over time?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Motion Graphs and System Behavior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Motion Graphs and System Behavior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graphs help engineers understand system behavior over time?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isolated_product_photo_style_scen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Use motion graphs to describe how a mechanism or system behaves.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interpret simple position, time, speed, or angle data and connect the graph to prototype behavior.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Motion graph with written interpretation and design implication.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Motion Graphs and System Behavior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Graphs reveal patterns that are hard to see from a single observation.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Motion data may include distance, angle, time, speed, or repeat count.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graph can show delays, inconsistent movement, overshoot, or improvement after revision.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Engineers use graphs to compare system performance before and after a design change.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isolated_product_photo_style_scen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Mechanisms depend on geometry, motion type, force, friction, and reliable interfaces.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Motion Graphs and System Behavior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Collect or review motion data from a simple system.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graph that matches the measured variable.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the trend or pattern in the data.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Connect the graph to a real behavior of the prototype.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Write one design implication from the graph.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Motion Graphs and System Behavior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Motion data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Motion graph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Trend statement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System behavior explanation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Design implication based on data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Motion graph with written interpretation and design implication.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tabletop_scene_photographed_from_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4.9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Electrical Safety and Simple Circuits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simple circuits safely support an engineering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Electrical Safety and Simple Circuits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Electrical Safety and Simple Circuits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simple circuits safely support an engineering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tabletop_scene_photographed_from_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Understand basic electrical safety and simple circuit components.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build or diagram a simple safe circuit using a power source, load, switch, and conductors.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Simple circuit diagram with safety notes and component labels.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Electrical Safety and Simple Circuits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Circuits require a complete path for current to flow.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Basic components include power source, wires, switch, load, and sometimes resistors or connectors.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short circuit can create heat and damage components.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Prototype circuits should be low-voltage, organized, and easy to inspect.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Safety includes correct connections, secure wires, and removing power when changing the circuit.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tabletop_scene_photographed_from_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Electromechanical systems must be safe, organized, powered, mounted, and tested.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Electrical Safety and Simple Circuits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circuit components and their symbols.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Build or diagram a simple LED, motor, or switch circuit.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Trace current path through the circuit.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for possible short circuits or loose connections.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Record safe setup and shutdown expectations.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Electrical Safety and Simple Circuits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Labeled circuit diagram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Component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Current path marked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Safety checklist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reflection on circuit risk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Simple circuit diagram with safety notes and component labels.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tabletop_scene_photographed_from_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4.10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Motors and Electromechanical Motion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electrical energy create useful mechanical motion?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Motors and Electromechanical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Motors and Electromechanical Motion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electrical energy create useful mechanical motion?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tabletop_scene_photographed_from_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Connect motors to mechanical outputs in a prototype system.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explain how a motor produces motion and how that motion can be controlled or transferred.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Motor-to-mechanism concept sketch with input/output explanation.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Motors and Electromechanical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Electromechanical systems convert electrical energy into mechanical motion.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Motors create rotary motion that can drive wheels, gears, cams, linkages, spools, or arms.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Motor speed and torque must match the load and function.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Mounting, alignment, wiring, and power supply affect reliability.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every mechanism needs a motor; choose based on requirements.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tabletop_scene_photographed_from_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Electromechanical systems must be safe, organized, powered, mounted, and tested.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Motors and Electromechanical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Observe or test a motor and simple load.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input energy and output motion.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Sketch how motor motion could drive a mechanism.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Consider speed, torque, mounting, and safety concerns.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Choose whether your prototype needs manual or powered motion.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Motors and Electromechanical Motion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Motor test notes or observation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Input/output explanation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Motor-to-mechanism sketch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Power and mounting considerations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Manual vs powered decision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Motor-to-mechanism concept sketch with input/output explanation.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isolated_product_photo_style_scen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Concept Generation and Decision Matrix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engineers choose a mechanism concept using evidence and criteria?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Concept Generation and Decision Matrix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Concept Generation and Decision Matrix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engineers choose a mechanism concept using evidence and criteria?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isolated_product_photo_style_scen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Generate multiple system concepts and select one using a decision matrix.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compare mechanism concepts using criteria, constraints, and early evidence.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Decision matrix with selected mechanism or system concept.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Concept Generation and Decision Matrix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decision matrix helps teams make choices based on agreed criteria.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Concepts should be compared before the team commits to one build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Criteria may include reliability, safety, mass, buildability, material use, motion quality, and data collection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Scores should be justified with evidence or reasoning.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good selected concept can still be revised later.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isolated_product_photo_style_scen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Mechanisms depend on geometry, motion type, force, friction, and reliable interfaces.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Concept Generation and Decision Matrix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Generate at least three mechanism or system concepts.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Choose criteria that match the challenge requirements.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Score each concept using the decision matrix.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Discuss score differences and assumptions.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Select the best concept direction and explain why.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Concept Generation and Decision Matrix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Three concept sketches or descriptions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Decision matrix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Criteria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Selected concept justification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Team notes on tradeoffs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Decision matrix with selected mechanism or system concept.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isolated_product_photo_style_scen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 and Subsystem Planning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subsystems work together in an aerospace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 and Subsystem Planning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System Architecture and Subsystem Planning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subsystems work together in an aerospace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isolated_product_photo_style_scen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Plan the architecture of the prototype as a system of interacting subsystems.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identify subsystem roles, interfaces, inputs, outputs, and dependencies.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System architecture diagram with subsystem responsibilities.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 and Subsystem Planning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system is easier to build when it is broken into subsystems.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Subsystems may include structure, mechanism, power/control, materials, user interaction, and testing.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Interfaces are where subsystems connect physically, electrically, or functionally.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Many prototype failures happen at subsystem interfaces.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clear architecture diagram helps the team coordinate work.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isolated_product_photo_style_scen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Mechanisms depend on geometry, motion type, force, friction, and reliable interfaces.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 and Subsystem Planning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List the major subsystems in your selected concept.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Define the job of each subsystem.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physical or electrical interfaces.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Mark dependencies and risks between subsystems.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Assign next steps for CAD, materials, circuit, and testing planning.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Architecture and Subsystem Planning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System architecture diagram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Subsystem responsibility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Interface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Risk/dependency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Team next-step assignments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System architecture diagram with subsystem responsibilities.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4.13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CAD Planning and Assembly Layout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CAD planning prepare a mechanism for physical construction?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Planning and Assembly 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CAD Planning and Assembly Layout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CAD planning prepare a mechanism for physical construction?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Plan the CAD layout for a mechanism or electromechanical prototype.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use sketches, dimensions, and layout constraints to prepare CAD work.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CAD planning sketch with key dimensions, components, and fit concerns.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Planning and Assembly 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 planning begins before modeling detailed parts.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Layouts should show key dimensions, motion path, pivot locations, clearances, and mounting points.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planned assembly reduces wasted printing, cutting, or rebuilding time.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 should reflect real materials, fasteners, and available fabrication methods.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Mechanism CAD must consider moving parts and required space.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ell_lit_engineering_workbench_desktop_sc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Materials, mechanisms, circuits, and data work together to create reliable aerospace systems.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Planning and Assembly 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layout sketch for the selected system.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Mark key dimensions, pivots, paths, and clearances.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parts that will be printed, cut, built, or purchased.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the layout against material and fabrication limits.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Prepare a CAD task list for the next workday.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Planning and Assembly 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CAD planning sketch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Key dimensions and clearances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Fabrication method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Parts/task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Fit or motion risk notes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CAD planning sketch with key dimensions, components, and fit concerns.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4.14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CAD Modeling Workday: Components, Motion, and Fit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model and check parts before building?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Modeling Workday: Components, Motion, and Fit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CAD Modeling Workday: Components, Motion, and Fit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model and check parts before building?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Model the components needed for the Unit 4 mechanism or system prototype.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create or revise CAD parts while checking fit, motion, and fabrication constraints.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Updated CAD files with screenshots showing component design and fit checks.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Modeling Workday: Components, Motion, and Fit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 models should support a real build, not just look complete on screen.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component should have a clear function in the system.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Motion and fit checks help reveal interference before fabrication.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Simple models with correct dimensions are better than detailed models that cannot be built.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Screenshots create evidence of design intent and revision.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ell_lit_engineering_workbench_desktop_sc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Materials, mechanisms, circuits, and data work together to create reliable aerospace systems.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Modeling Workday: Components, Motion, and Fit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Model or revise key components in CAD.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dimensions, clearances, and part relationships.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Use assembly positioning or simple motion checks where possible.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Prepare parts for fabrication or prototyping.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Capture screenshots showing important design decisions.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CAD Modeling Workday: Components, Motion, and Fit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Updated CAD file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Component screenshots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Fit or motion check 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Fabrication-ready part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Design decision explanation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Updated CAD files with screenshots showing component design and fit checks.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isolated_product_photo_style_scen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4.15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Prototype Build Day 1: Structure and Mechanism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build the structure and core mechanism of a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1: Structure and Mechanism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Prototype Build Day 1: Structure and Mechanism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build the structure and core mechanism of a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isolated_product_photo_style_scen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Begin building the physical structure and core mechanism of the prototype.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safely build and assemble the mechanical portion of the system while documenting progress.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Partially built prototype with structure/mechanism evidence and build notes.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1: Structure and Mechanism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days should follow the plan but still allow evidence-based adjustments.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Structure provides support, alignment, and stability for the mechanism.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Mechanism quality depends on pivots, clearances, friction, and secure mounting.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should test motion early instead of waiting for the full system.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Documentation during the build prevents lost decisions.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isolated_product_photo_style_scen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Mechanisms depend on geometry, motion type, force, friction, and reliable interfaces.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1: Structure and Mechanism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Gather approved materials and fabricated parts.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Build the main structure or base.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Assemble the core mechanical components.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alignment, motion, and clearance during assembly.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Photograph progress and record build issues.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1: Structure and Mechanism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Build progress photos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Structure/mechanism assembly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Alignment or clearance observations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Build issue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Next build priorities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Partially built prototype with structure/mechanism evidence and build notes.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studio_tabletop_scene_photographed_from_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4.16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Prototype Build Day 2: Electrical or Electromechanical Integration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electrical or electromechanical features be integrated safely into a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Prototype Build Day 2: Electrical or Electromechanical Integration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electrical or electromechanical features be integrated safely into a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studio_tabletop_scene_photographed_from_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Integrate the electrical, motor, or control elements needed for the prototype.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connect and test low-voltage electrical or electromechanical components safely.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Integrated prototype subsystem with circuit/motor evidence and safety notes.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Electrical integration should be organized, low-voltage, and easy to inspect.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Wires, switches, motors, batteries, and LEDs must be secured and protected.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Electrical components must not interfere with moving mechanisms.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should begin with small, controlled checks.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functional circuit is only useful if it is safe and reliable.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studio_tabletop_scene_photographed_from_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Electromechanical systems must be safe, organized, powered, mounted, and tested.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circuit or motor plan before powering anything.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Connect components using safe low-voltage practices.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Secure wires and check for interference with moving parts.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Test one electrical function at a time.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Record results, issues, and revisions.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Build Day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Circuit/motor integration photo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Updated circuit diagram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Safety check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Subsystem test result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Revision or troubleshooting notes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Integrated prototype subsystem with circuit/motor evidence and safety notes.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hite_background_technical_infographic_di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4.17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Testing Protocol Development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design fair tests to evaluate whether a prototype works?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Testing Protocol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Testing Protocol Development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design fair tests to evaluate whether a prototype works?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hite_background_technical_infographic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Create a fair testing protocol for the Unit 4 prototype.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define variables, procedures, success criteria, and data collection methods for a prototype test.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Testing protocol ready for prototype data collection.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Testing Protocol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testing protocol turns a prototype trial into usable engineering evidence.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Fair tests identify what changes, what stays the same, and what is measured.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Success criteria should connect to the original challenge requirements.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collection methods should be realistic and repeatable.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protocol makes results easier to compare after revision.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hite_background_technical_infographic_di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Testing and analysis turn prototype behavior into evidence for revision.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Testing Protocol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Define the function being tested.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independent, dependent, and controlled variables.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Write step-by-step test procedure.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Decide how many trials to run and what data to record.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data table before testing begins.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Testing Protocol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Testable question or purpose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Variable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Step-by-step procedure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Success criteria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Prepared data table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Testing protocol ready for prototype data collection.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hite_background_technical_infographic_di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4.18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Prototype Testing and Data Collection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engineers collect useful data from a prototype test?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Testing and Data Collection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Prototype Testing and Data Collection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engineers collect useful data from a prototype test?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hite_background_technical_infographic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Run the testing protocol and collect reliable prototype data.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collect, organize, and document prototype test data using a planned procedure.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Completed prototype data table with test photos and observations.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Testing and Data Collection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should follow the protocol as closely as possible.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Repeated trials help distinguish pattern from accident.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Observations are important, but data is stronger when measured.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Unexpected behavior should be documented instead of ignored.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Photos and notes help explain the context of the data.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hite_background_technical_infographic_di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Testing and analysis turn prototype behavior into evidence for revision.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Testing and Data Collection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Set up the prototype using the testing protocol.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Run the planned number of trials.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Measure and record data consistently.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Capture photos or short notes from the test setup.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Record failures, unexpected results, and possible causes.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Testing and Data Collection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data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Test setup photo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Trial observations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Failure or issue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Initial data pattern statement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Completed prototype data table with test photos and observations.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hite_background_technical_infographic_di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4.19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Analysis, Graphing, and Design Conclusions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data help engineers decide whether a prototype was successful?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Analysis, Graphing, and Design Conclusions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Data Analysis, Graphing, and Design Conclusions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data help engineers decide whether a prototype was successful?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hite_background_technical_infographic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Analyze prototype test data and draw evidence-based design conclusions.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create a graph, identify patterns, and explain what the data means for the design.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Graph and written conclusion showing prototype performance.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Analysis, Graphing, and Design Conclusions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analysis turns raw numbers into engineering meaning.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Graphs help compare trials, materials, versions, or system performance.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conclusion should connect data back to success criteria.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Engineers should honestly report limitations and uncertainty.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can support keeping, revising, or replacing a design feature.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hite_background_technical_infographic_di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Testing and analysis turn prototype behavior into evidence for revision.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Analysis, Graphing, and Design Conclusions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collected test data for completeness.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Calculate summary values if needed.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clear graph that matches the question.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trends, outliers, or performance limits.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Write a conclusion tied to criteria and constraints.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4.19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Analysis, Graphing, and Design Conclusions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Clean data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Graph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Summary calculations if needed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Data conclusion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Statement of limitations or uncertainty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Graph and written conclusion showing prototype performance.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hite_background_technical_infographic_di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4.20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Iteration and Prototype Revision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decide what to change after testing a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Iteration and Prototype Revision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Iteration and Prototype Revision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decide what to change after testing a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hite_background_technical_infographic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Use test data and observations to revise the prototype.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choose a revision based on evidence and explain how it should improve system performance.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Prototype revision plan and revised prototype evidence.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Iteration and Prototype Revision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Iteration should be based on evidence from testing.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revision can change geometry, material, alignment, friction, circuit layout, or test procedure.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Changing too many variables at once can make improvement harder to understand.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good revision targets the most important failure mode or performance gap.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Before-and-after evidence shows engineering progress.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hite_background_technical_infographic_di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Testing and analysis turn prototype behavior into evidence for revision.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Iteration and Prototype Revision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data, photos, and observations from testing.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the highest-priority problem to fix.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Choose one or two focused revisions.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Update the prototype or CAD plan.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Document before/after evidence and expected improvement.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Iteration and Prototype Revision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Problem diagnosis from data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Revision plan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Before/after sketch or photo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Updated prototype 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Expected improvement statement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Prototype revision plan and revised prototype evidence.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4.21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Final Technical Documentation: Mechanism, Circuit, Data, and Revision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document a functional system so others can understand, test, build, or improve it?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Final Technical Documentation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Final Technical Documentation: Mechanism, Circuit, Data, and Revision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document a functional system so others can understand, test, build, or improve it?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Prepare final documentation that explains the prototype system, evidence, and revisions.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organize mechanism, circuit, data, and revision evidence into a clear technical record.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Final Unit 4 technical documentation package.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Final Technical Documentation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documentation should make a system understandable to someone who was not on the team.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Important documentation includes mechanism description, circuit diagram, materials, test data, graph, and revision history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strong package connects requirements, design choices, evidence, and final performance.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Limitations should be reported honestly.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documentation helps others rebuild, test, improve, or evaluate the prototype.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ell_lit_engineering_workbench_desktop_sc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Testing and analysis turn prototype behavior into evidence for revision.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Final Technical Documentation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Organize mechanism and subsystem diagrams.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Include material choices and circuit or motor documentation.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Add final test data, graph, and conclusion.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Summarize revisions and why they were made.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that the documentation supports the final demonstration.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Final Technical Documentation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Mechanism/system diagram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Circuit or motor documentation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Final data and graph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Revision summary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Technical documentation package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Final Unit 4 technical documentation package.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hite_background_technical_infographic_di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AED • UNIT 4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4.22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Unit 4 Technical Demonstration and Reflection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engineers use a technical demonstration to communicate how a system works and how it improved?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Aerospace Mechanisms, Materials &amp; Electromechanical Systems</a:t>
            </a:r>
            <a:endParaRPr lang="en-US" sz="10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Technical Demonstration and Reflection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Unit 4 Technical Demonstration and Reflection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engineers use a technical demonstration to communicate how a system works and how it improved?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1" name="Image 1" descr="/mnt/data/unit4_crops/a_clean_white_background_technical_infographic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systems require evidence from materials, motion, circuits, testing, and revision.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Demonstrate the prototype and explain how evidence shaped the final design.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present a functional system, describe its subsystems, and use data to explain performance and improvement.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Technical demonstration and final reflection for Unit 4.</a:t>
            </a:r>
            <a:endParaRPr lang="en-US" sz="14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Technical Demonstration and Reflection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today’s technical decisions.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technical demonstration shows both function and engineering reasoning.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audience should understand what the system does, how it works, and what evidence supports it.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presentations include both success and limitations.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and revision history make the design story credible.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Reflection helps prepare for the human-centered capstone in Unit 5.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4" name="Image 1" descr="/mnt/data/unit4_crops/a_clean_white_background_technical_infographic_di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Testing and analysis turn prototype behavior into evidence for revision.</a:t>
            </a:r>
            <a:endParaRPr lang="en-US" sz="11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Technical Demonstration and Reflection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Follow this workflow to create evidence for the final technical demonstration.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Prepare the prototype for demonstration.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Explain materials, mechanism, circuit/motor, and data evidence.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Demonstrate the system safely and clearly.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Describe one important revision and its impact.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Complete a reflection on technical growth and next steps.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Document the decision while the evidence is still fresh.</a:t>
            </a:r>
            <a:endParaRPr lang="en-US" sz="1600" dirty="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4.22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4 Technical Demonstration and Reflection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Check whether today’s evidence is ready for the Unit 4 technical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Technical demonstration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Prototype/system explanation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Data-supported performance statement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Revision impact statement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Final Unit 4 reflection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the original challenge requirements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another team to understand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based on measured data or a documented observation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file, notebook, or project folder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the final technical demonstration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Technical demonstration and final reflection for Unit 4.</a:t>
            </a:r>
            <a:endParaRPr lang="en-US" sz="14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4_crops/a_clean_white_background_technical_infographic_dia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1"/>
          <p:cNvSpPr/>
          <p:nvPr/>
        </p:nvSpPr>
        <p:spPr>
          <a:xfrm>
            <a:off x="612648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7A940"/>
                </a:solidFill>
              </a:rPr>
              <a:t>Unit 4 Close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Prototype System to Technical Evidence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3154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8EEF6"/>
                </a:solidFill>
              </a:rPr>
              <a:t>A successful prototype is not just something that moves. It is a system whose materials, motion, power, data, and revisions can be explained with evidence.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40080" y="475488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7"/>
          <p:cNvSpPr/>
          <p:nvPr/>
        </p:nvSpPr>
        <p:spPr>
          <a:xfrm>
            <a:off x="804672" y="4901184"/>
            <a:ext cx="47457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FINAL MINDSET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04672" y="5230368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The best design story connects what you built, how you tested it, what failed, and how evidence made it better.</a:t>
            </a:r>
            <a:endParaRPr lang="en-US" sz="1450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115</Slides>
  <Notes>115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LockwoodSTEM Student-Facing Deck</dc:title>
  <dc:subject>IED Unit 4 Aerospace Mechanisms, Materials &amp; Electromechanical Systems</dc:subject>
  <dc:creator>LockwoodSTEM</dc:creator>
  <cp:lastModifiedBy>LockwoodSTEM</cp:lastModifiedBy>
  <cp:revision>1</cp:revision>
  <dcterms:created xsi:type="dcterms:W3CDTF">2026-06-29T20:49:58Z</dcterms:created>
  <dcterms:modified xsi:type="dcterms:W3CDTF">2026-06-29T20:49:58Z</dcterms:modified>
</cp:coreProperties>
</file>