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502920"/>
          </a:xfrm>
          <a:prstGeom prst="rect">
            <a:avLst/>
          </a:prstGeom>
        </p:spPr>
      </p:pic>
      <p:pic>
        <p:nvPicPr>
          <p:cNvPr id="3" name="Image 1" descr="/mnt/data/poe_work/site/assets/img/course-icons/poe-course-icon.png">    </p:cNvPr>
          <p:cNvPicPr>
            <a:picLocks noChangeAspect="1"/>
          </p:cNvPicPr>
          <p:nvPr/>
        </p:nvPicPr>
        <p:blipFill>
          <a:blip r:embed="rId2">
            <a:alphaModFix amt="97000"/>
          </a:blip>
          <a:stretch>
            <a:fillRect/>
          </a:stretch>
        </p:blipFill>
        <p:spPr>
          <a:xfrm>
            <a:off x="9646920" y="384048"/>
            <a:ext cx="1417320" cy="1417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07008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0 • LESSON 0.7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609344"/>
            <a:ext cx="7863840" cy="10332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360 Refresher: Sketches, Constraints &amp; Dimensions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658368" y="2990088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3273552"/>
            <a:ext cx="80467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constraints and dimensions create clean design intent in a Fusion 360 sketch?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583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601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29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474720" y="4800600"/>
            <a:ext cx="1325880" cy="0"/>
          </a:xfrm>
          <a:prstGeom prst="line">
            <a:avLst/>
          </a:prstGeom>
          <a:noFill/>
          <a:ln w="12700">
            <a:solidFill>
              <a:srgbClr val="2ED3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9893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6217920"/>
            <a:ext cx="7772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of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124712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systems-thinking habits for POE.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38862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737360"/>
            <a:ext cx="34838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139696"/>
            <a:ext cx="3383280" cy="1636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inspect a sketch using dimensions and constraints.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under-defined geometry and poor design intent.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evidence of a clean, dimensioned sketch.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3063240" cy="2331720"/>
          </a:xfrm>
          <a:prstGeom prst="roundRect">
            <a:avLst>
              <a:gd name="adj" fmla="val 4706"/>
            </a:avLst>
          </a:prstGeom>
          <a:solidFill>
            <a:srgbClr val="F7FBFF"/>
          </a:solidFill>
          <a:ln w="12700">
            <a:solidFill>
              <a:srgbClr val="C9E6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0328" y="1737360"/>
            <a:ext cx="26609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260604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make a sketch that communicates shape, size, and intent instead of relying on guesswork.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8001000" y="1572768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2168" y="1737360"/>
            <a:ext cx="3118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75320" y="2139696"/>
            <a:ext cx="3017520" cy="34655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vote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POE systems connection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Core skill focus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Scenario check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" y="4727448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your claim about today’s work should connect to evidence someone else can inspect.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constraints and dimensions create clean design intent in a Fusion 360 sketch?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2148840"/>
            <a:ext cx="516636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313432"/>
            <a:ext cx="47640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679192"/>
            <a:ext cx="470916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system, tool, safety habit, model, or evidence would help answer today’s focus question?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4617720" cy="2057400"/>
          </a:xfrm>
          <a:prstGeom prst="roundRect">
            <a:avLst>
              <a:gd name="adj" fmla="val 5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2313432"/>
            <a:ext cx="42153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679192"/>
            <a:ext cx="41605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an action word from engineering practice.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4983480"/>
            <a:ext cx="9144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98448"/>
            <a:ext cx="10716768" cy="1207008"/>
          </a:xfrm>
          <a:prstGeom prst="roundRect">
            <a:avLst>
              <a:gd name="adj" fmla="val 9091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463040"/>
            <a:ext cx="1031443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828800"/>
            <a:ext cx="10259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sketch, constrain, dimension so a system can be designed, built, tested, and defended with evidence.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inspect a sketch using dimensions and constraints.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6052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744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under-defined geometry and poor design intent.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5236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1928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evidence of a clean, dimensioned sketch.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strong engineering work is organized, safe, testable, and supported by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fusion 360 refresher: sketches, constraints &amp; dimensions?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first example without checking the system goal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36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evidence and criteria to make a controlled decision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724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840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easiest option because it is fastest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336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work look finished before checking it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7240" y="5321808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8191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47672"/>
            <a:ext cx="32461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controlled sketch uses constraints and dimensions so it changes predictably when edited.</a:t>
            </a:r>
            <a:endParaRPr lang="en-US" sz="164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017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evidence, criteria, safety checks, or system behavior instead of guessing.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021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POE, strong choices are safe, testable, and connected to a system goal.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Systems Evidence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combines mechanisms, energy, structures, controls, materials, data, and fabrication into working systems.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safety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PPE and lab routines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readiness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evidence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and inspection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600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+ mechanisms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0916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Sketches and CAD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 and assemblies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and constraints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Rover subsystems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18388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+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5820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 and units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results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conclusions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make a sketch that communicates shape, size, and intent instead of relying on guesswork.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system evidence source and connect it to today’s lesson.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856232"/>
            <a:ext cx="3255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258568"/>
            <a:ext cx="3154680" cy="2596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checklist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record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screenshot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data 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3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8888" y="1856232"/>
            <a:ext cx="61356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21992"/>
            <a:ext cx="6080760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sketch, constrain, or dimension in this lesson?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5321808"/>
            <a:ext cx="9875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engineering decision it supports.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vs. Engineering Readiness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2471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finish; the goal is to show readiness with evidence.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mindset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task looks done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file opens once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was used quickly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appears complete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missing or vague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480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readiness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3796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requirement is clear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and setup are checked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is labeled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are recorded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next decision is justified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system, tool, model, or prototype.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77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452628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proves, challenges, or clarifies the claim.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832104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2220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4964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868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can include sketches, measurements, screenshots, checklists, test data, observations, photos, and reflections.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pieces of evidence.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" y="1572768"/>
            <a:ext cx="10378440" cy="777240"/>
          </a:xfrm>
          <a:prstGeom prst="roundRect">
            <a:avLst>
              <a:gd name="adj" fmla="val 14118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1737360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103120"/>
            <a:ext cx="992124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fusion 360 refresher: sketches, constraints &amp; dimensions work is accurate and ready to move forward.”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6868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labeled sketch, screenshot, diagram, or model view that shows what was created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480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 or seems finished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984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9728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checklist results, test data, or observations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6480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lesson, unit, or task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68680" y="4425696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9848" y="4590288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7280" y="4956048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connecting the evidence to the next decision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68680" y="5687568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evidence pair.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Evidence Pair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 or observed. C shows whether it meets the requirement or supports the design decision.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9893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04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useful: 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connects the evidence to the next decision. Without that connection, evidence can be hard to interpret.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68680" y="466344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confidence is not enough. Engineering evidence must be visible, specific, and tied to the requirement.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0378440" cy="1024128"/>
          </a:xfrm>
          <a:prstGeom prst="roundRect">
            <a:avLst>
              <a:gd name="adj" fmla="val 1071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1581912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8408" y="1947672"/>
            <a:ext cx="9921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working on this lesson notices the result does not match the expected system behavior or requirement.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984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480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984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9728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6364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480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68680" y="5440680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Next Step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371600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3619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01952"/>
            <a:ext cx="3246120" cy="1719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00600" y="15087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5727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67528" y="149047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67528" y="180136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using notes, screenshots, measurements, or observations.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00600" y="278892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285292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67528" y="277063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67528" y="308152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 the likely cause: setup, file, tool, data, material, or system behavior.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00600" y="406908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413308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67528" y="405079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67528" y="436168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smallest useful change and collect new evidence.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turn the problem into useful evidence instead of hiding it.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on each statement before revealing the answers.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5623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222199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work is ready because it looks finished.”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960" y="278892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95351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331927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evidence shows the dimensioned Fusion sketch screenshot meets the requirement because it includes labeled proof.”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22960" y="388620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405079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441655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changed the setup after the first check showed a specific problem.”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68680" y="5440680"/>
            <a:ext cx="9144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statements are evidence-based?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Opinion-heavy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visual judgment: “looks finished.”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43484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3600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B: Evidence-based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the task to labeled proof and a requirement.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13816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3932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 Evidence-based reasoning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6676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a design or setup change to an observed problem.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2960" y="5166360"/>
            <a:ext cx="10058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next decision = stronger engineering communication.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systems-thinking habit before moving 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1627632"/>
            <a:ext cx="6400800" cy="3886200"/>
          </a:xfrm>
          <a:prstGeom prst="roundRect">
            <a:avLst>
              <a:gd name="adj" fmla="val 282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792224"/>
            <a:ext cx="5998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assigned class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194560"/>
            <a:ext cx="5897880" cy="3191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thing you learned from Lesson 0.7: Fusion 360 Refresher: Sketches, Constraints &amp; Dimensions.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piece of evidence that would support today’s work.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safety, documentation, CAD, system, or testing habit you need to remember.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43800" y="1627632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44968" y="1792224"/>
            <a:ext cx="3209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2157984"/>
            <a:ext cx="3154680" cy="3227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 — Fusion 360 Refresher: Parts, Assemblies &amp; Exports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POE Unit 0 Lesson 0.7: Fusion 360 Refresher: Sketches, Constraints &amp; Dimensions</dc:title>
  <dc:subject>POE Unit 0 Lesson 0.7</dc:subject>
  <dc:creator>LockwoodSTEM</dc:creator>
  <cp:lastModifiedBy>LockwoodSTEM</cp:lastModifiedBy>
  <cp:revision>1</cp:revision>
  <dcterms:created xsi:type="dcterms:W3CDTF">2026-07-17T18:48:47Z</dcterms:created>
  <dcterms:modified xsi:type="dcterms:W3CDTF">2026-07-17T18:48:47Z</dcterms:modified>
</cp:coreProperties>
</file>