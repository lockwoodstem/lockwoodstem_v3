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Laser Cutter Certification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material selection, file setup, ventilation, fire watch, and cleanup make laser cutting safe and reliable?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laser cutter safety and material approval expectations.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file setup and cut settings.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fire-watch, ventilation, and cleanup responsibilities.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the laser workflow from approved material to safe cleanup.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material selection, file setup, ventilation, fire watch, and cleanup make laser cutting safe and reliable?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verify, prepare, monitor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laser cutter safety and material approval expectations.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file setup and cut settings.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fire-watch, ventilation, and cleanup responsibilities.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laser cutter certification?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laser job starts before pressing start: approved material, correct settings, supervision, and fire watch.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explain the laser workflow from approved material to safe cleanup.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verify, prepare, or monitor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laser cutter certification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laser cutter certification evidence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0.5: Laser Cutter Certification.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 — 3D Printer Certification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0.5: Laser Cutter Certification</dc:title>
  <dc:subject>POE Unit 0 Lesson 0.5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