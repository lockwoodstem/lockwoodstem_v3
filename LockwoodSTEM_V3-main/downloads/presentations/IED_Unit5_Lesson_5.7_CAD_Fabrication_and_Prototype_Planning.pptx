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146304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5 • LESSON 5.7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572768"/>
            <a:ext cx="75895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CAD, Fabrication, and Prototype Planning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D7F7"/>
                </a:solidFill>
              </a:rPr>
              <a:t>FOCUS QUESTION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76809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prepare a design for fabrication before building a prototype?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the user need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PREPARE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design evidence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626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A83F"/>
                </a:solidFill>
              </a:rPr>
              <a:t>CHECK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4901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responsibly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984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AF7"/>
                </a:solidFill>
              </a:rPr>
              <a:t>Human-Centered Aerospace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for the Unit 5 capstone sequence.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874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157984"/>
            <a:ext cx="4572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which parts need CAD, fabrication, or manual construction.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materials, tools, and build steps for the prototype.
</a:t>
            </a:r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the plan is realistic before building.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7724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LIKE...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730752"/>
            <a:ext cx="46177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plan CAD files, materials, fabrication methods, and build steps before construction begins.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1691640"/>
            <a:ext cx="5413248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157984"/>
            <a:ext cx="466344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 Opening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 Core skill briefing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Capstone evidence map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Team or individual planning move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 Evidence challenge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 Scenario/quick 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 Exit debrief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prepare a design for fabrication before building a prototype?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Then share one short response.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6766560" cy="2240280"/>
          </a:xfrm>
          <a:prstGeom prst="roundRect">
            <a:avLst>
              <a:gd name="adj" fmla="val 4898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121408"/>
            <a:ext cx="2560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5989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your hand or jot a quick response. Connect your answer to a user, stakeholder, constraint, evidence, or design decision.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70332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useful engineering move on the next slide.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46136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79408" y="2057400"/>
            <a:ext cx="9144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15984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40112" y="20574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76688" y="21396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12480" y="2743200"/>
            <a:ext cx="128016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2825496"/>
            <a:ext cx="120700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857232" y="2743200"/>
            <a:ext cx="1143000" cy="329184"/>
          </a:xfrm>
          <a:prstGeom prst="roundRect">
            <a:avLst>
              <a:gd name="adj" fmla="val 41667"/>
            </a:avLst>
          </a:prstGeom>
          <a:solidFill>
            <a:srgbClr val="D9ECFF"/>
          </a:solidFill>
          <a:ln w="12700">
            <a:solidFill>
              <a:srgbClr val="D9E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93808" y="2825496"/>
            <a:ext cx="106984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Engineering Move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turns a need into evidence-based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17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PEOPLE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78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who is affected and what they need.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08192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SUCCESS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64224" y="217627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and constraints before choosing a solution.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78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sketches, CAD, tests, feedback, and revision notes.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08192" y="33375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4224" y="35661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RESPONSIBLY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64224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value, limitations, and future improvements.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mission: connect the lesson skill to a user-centered design decision that can be defended with evidence.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Action Fits Human-Centered Engineering?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 responsible capstone design?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idea that is easiest for the team to build.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7523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1948" y="28163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03136" y="275234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217920" y="3703320"/>
            <a:ext cx="530352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64224" y="38496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1948" y="39136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03136" y="3849624"/>
            <a:ext cx="459028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stakeholder feedback because the team already has a plan.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2120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engineering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Answer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engineering uses user needs and evidence to guide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3749040" cy="3200400"/>
          </a:xfrm>
          <a:prstGeom prst="roundRect">
            <a:avLst>
              <a:gd name="adj" fmla="val 3429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the user needs, define criteria, then build evidence.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connects the design to people, constraints, and proof.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92440" y="160020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66760" y="2331720"/>
            <a:ext cx="233172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focus on ease, appearance, or ignoring feedback.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10561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your design decisions should be traceable to user needs, criteria, evidence, and responsible impact.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CAD, Fabrication, and Prototype Planning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today’s lesson contributes to the capstone.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7830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YOU WILL PRACTICE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2404872"/>
            <a:ext cx="457200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which parts need CAD, fabrication, or manual construction.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materials, tools, and build steps for the prototype.
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the plan is realistic before building.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plan CAD files, materials, fabrication methods, and build steps before construction begins.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00800" y="3703320"/>
            <a:ext cx="46634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evidence should help your team explain the user need, design choices, testing, revision, and final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CONNECTION MAP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Lesson Skill to Final Portfolio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how today’s work becomes evidence later.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594360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NEED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something and why?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456432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39312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39312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the team build or change?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8504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01384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01384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the decision is reasonable?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180576" y="1874520"/>
            <a:ext cx="2423160" cy="2011680"/>
          </a:xfrm>
          <a:prstGeom prst="roundRect">
            <a:avLst>
              <a:gd name="adj" fmla="val 5455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63456" y="2148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63456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the story be communicated?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5800" y="5349240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lesson artifact + one way it can support the final capstone 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Completion vs. Engineering Evidence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defend design decisions.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0120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Focuses on getting something done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choose the fastest answer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hides mistakes or missing data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hard for others to inspect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82512" y="169164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MINDSET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656832" y="2359152"/>
            <a:ext cx="4389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work to user needs and criteria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data, feedback, sketches, and tests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problems and revisions
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design story clear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Capstone Decisions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design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82219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616952" y="2596896"/>
            <a:ext cx="384048" cy="384048"/>
          </a:xfrm>
          <a:prstGeom prst="chevron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8745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148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595360" y="2606040"/>
            <a:ext cx="2331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include: stakeholder notes • sketches • CAD models • test data • observations • photos • feedback • revision notes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107899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“Our cad, fabrication, and prototype planning work is ready to move forward.”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5296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relevant sketch, model, user note, plan, or prototype view that shows the work.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199632" y="278892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45936" y="293522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3660" y="299923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84848" y="293522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the work is probably good enough.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25296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criteria, test results, feedback, measurements, or observations tied to the claim.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199632" y="397764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45936" y="412394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2366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784848" y="4123944"/>
            <a:ext cx="4636008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title page with no evidence or explanation.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0080" y="534924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Evidence Pair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60020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the work or design intent. C shows whether it meets the requirement or supports the decision.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669280" y="160020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0" y="2359152"/>
            <a:ext cx="45262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Opinions, appearance, and polished formatting can support communication, but they do not prove the engineering claim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10607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notices that their capstone evidence does not fully support the design decision they want to make.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25296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gap and keep the original conclusion.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99632" y="242316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56946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3660" y="263347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84848" y="256946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visuals so the work looks more complete.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25296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what evidence is missing, revise, and check again.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199632" y="36576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BFD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803904"/>
            <a:ext cx="329184" cy="329184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3660" y="3867912"/>
            <a:ext cx="164592" cy="118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84848" y="3803904"/>
            <a:ext cx="4636008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without writing down what happened.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40080" y="5166360"/>
            <a:ext cx="96012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Next Step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061B31"/>
          </a:solidFill>
          <a:ln w="12700">
            <a:solidFill>
              <a:srgbClr val="355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5603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gap, identify missing evidence, revise, and check again.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039112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what happened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9120" y="2816352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026664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missing evidence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89120" y="3803904"/>
            <a:ext cx="658368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4014216"/>
            <a:ext cx="585216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 again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77240" y="5532120"/>
            <a:ext cx="1060704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or guess.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84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029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design is good because it seems useful.”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55480" y="2048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971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227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172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“Stakeholder feedback identified two usability issues that should be revised.”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548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F4F9FD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4370832"/>
            <a:ext cx="274320" cy="137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315968"/>
            <a:ext cx="81381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final concept scored highest against safety, usability, and buildability criteria.”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55480" y="4334256"/>
            <a:ext cx="14173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77724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which statements are strongest.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FFDF6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012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judgment without specific evidence.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6636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stakeholder feedback and names issues.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0" y="182880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4884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21579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47A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458200" y="2651760"/>
            <a:ext cx="26060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concept selection to criteria.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77240" y="5394960"/>
            <a:ext cx="10652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responsible tradeoffs = stronger engineering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050" dirty="0"/>
          </a:p>
        </p:txBody>
      </p:sp>
      <p:pic>
        <p:nvPicPr>
          <p:cNvPr id="3" name="Image 0" descr="/mnt/data/lockwoodstem-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46304"/>
            <a:ext cx="74980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685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4048" y="12801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252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capstone move before the next lesson.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37960"/>
            <a:ext cx="6583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5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10588752" y="65379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EA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5.7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10789920" cy="3337560"/>
          </a:xfrm>
          <a:prstGeom prst="roundRect">
            <a:avLst>
              <a:gd name="adj" fmla="val 3288"/>
            </a:avLst>
          </a:prstGeom>
          <a:solidFill>
            <a:srgbClr val="F7FB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057400"/>
            <a:ext cx="8412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on the assigned class format: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542032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44752" y="2542032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way today’s lesson connects to a user need or stakeholder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3200400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44752" y="3200400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your team should collect for CAD, Fabrication, and Prototype Planning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7552" y="3858768"/>
            <a:ext cx="3200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1A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4752" y="3858768"/>
            <a:ext cx="9052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concern, or next step for your capstone work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562356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5.8 — CAD Modeling and Prototype Part Development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5 Lesson 5.7: CAD, Fabrication, and Prototype Planning</dc:title>
  <dc:subject>IED Unit 5 Lesson 5.7</dc:subject>
  <dc:creator>LockwoodSTEM</dc:creator>
  <cp:lastModifiedBy>LockwoodSTEM</cp:lastModifiedBy>
  <cp:revision>1</cp:revision>
  <dcterms:created xsi:type="dcterms:W3CDTF">2026-07-17T18:02:17Z</dcterms:created>
  <dcterms:modified xsi:type="dcterms:W3CDTF">2026-07-17T18:02:17Z</dcterms:modified>
</cp:coreProperties>
</file>