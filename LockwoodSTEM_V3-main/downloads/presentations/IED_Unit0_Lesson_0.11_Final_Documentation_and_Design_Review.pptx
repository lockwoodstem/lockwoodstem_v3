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0.11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Documentation
&amp; Design Review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communicate and defend a final design?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design review habits needed for Unit 0 work.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final documentation for the launch pad prototype.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the design changed from concept to final version.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how the prototype meets criteria and constraints.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explain a final design using evidence from the full process.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What makes a design review strong?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Design review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Evidence to organize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12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Final documentation prep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Justification challenge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Review language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you defend a final design?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does design review matter in engineering work?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way design review could improve a project.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clearer decisions, better tests, stronger evidence, or better communication.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this lesson.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Design Review helps engineers make work clear, testable, and defendable.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Clarify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the goal and evidence easier to understand.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Decide what should happen before building.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criteria, data, or feedback to judge the work.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Explain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Communicate the decision with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design review so the next design step is stronger.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strong design review?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Guessing without recording a reason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Guess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Using evidence to guide the next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explain the work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Too late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whatever is fastest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choices are clear, evidence-based, and documented.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Using evidence to guide the next step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the work to proof that others can inspect.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the decision harder to justify.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every important decision should connect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today's tools to prepare for the next design step.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Show the process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concept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plan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construction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and improvement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 evidence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list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 dimensions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results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 in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idea to the Unit 0 launch pad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focus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How would design review improve that part of the challenge?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Identify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Name what matters most.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Record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Capture evidence clearly.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Compare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Check work against criteria.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Improve based on what changed.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Share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Communicate the result.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step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Finished Prototype to Design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engineering thinking visible and useful.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Show-and-tell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Weak approach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purpose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evidence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inspect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to revise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Evidence-based review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Strong approach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revision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work connects actions, evidence, and decisions.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Show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Make the process visible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Support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Use evidence for each claim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Defend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Explain how criteria were met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Problem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Concept sketch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Build plan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Photos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Test results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Final sketch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Belongs in a Review?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“Our final launch pad meets the challenge criteria and constraints.”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Final labeled sketch and prototype photo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the team worked hard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Test results for fit, support, and stability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list of favorite colors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teammate saying the design is the best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Belongs in a Review?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directly to the claim.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Final labeled sketch and prototype photo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the final design clearly.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Test results for fit, support, and stability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performance against the criteria.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effort and opinions do not prove the design meets the requirements.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team has a finished prototype but their design review does not explain why changes were made.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Present only the final prototype.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Say the changes are obvious.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Add evidence showing the original problem, test results, changes, and final justification.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Remove the old evidence because it shows mistakes.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keeps the process evidence-based.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Add evidence showing the original problem, test results, changes, and final justification.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Organize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Gather evidence from the process.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Explain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Connect changes to test results.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Justify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Show how the final design meets criteria.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a design review defends the final design by showing the evidence behind it.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Review Language?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“Our design is good because it looks finished.”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strong or weak?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base was widened after the first stability test tipped.”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strong or weak?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final pad supports the rocket at two labeled contact points.”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strong or weak?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Review Language?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answers use specific evidence and clear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Weak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It relies on appearance rather than evidence.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Strong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connects a change to a test result.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Strong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explains how a criterion is met.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design review language should connect claims to evidence.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today's lesson before the next mission.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piece of evidence your review should include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design change your team must explain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sentence frame you could use to defend the final design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0.12 — Unit 0 Portfolio Check and Design Reflection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