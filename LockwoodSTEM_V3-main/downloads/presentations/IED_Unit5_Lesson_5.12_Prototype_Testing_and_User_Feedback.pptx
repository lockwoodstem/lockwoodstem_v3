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14630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5 • LESSON 5.12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572768"/>
            <a:ext cx="7589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Testing and User Feedback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2944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7F7"/>
                </a:solidFill>
              </a:rPr>
              <a:t>FOCUS QUESTION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7680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shows whether a prototype is successful for the user?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TEST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the user need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OBSERVE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design evidence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RECORD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responsibly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9984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AF7"/>
                </a:solidFill>
              </a:rPr>
              <a:t>Human-Centered Aerospace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for the Unit 5 capstone sequence.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157984"/>
            <a:ext cx="457200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tests according to the protocol.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user feedback, observations, measurements, or performance data.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results honestly, including problems or limitations.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7724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LIKE...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3730752"/>
            <a:ext cx="46177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run prototype tests, collect user feedback, and record evidence without changing the results.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691640"/>
            <a:ext cx="5413248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63640" y="2157984"/>
            <a:ext cx="466344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Core skill briefing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Capstone evidence map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Team or individual planning move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 Scenario/quick 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shows whether a prototype is successful for the user?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first. Then share one short response.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6766560" cy="2240280"/>
          </a:xfrm>
          <a:prstGeom prst="roundRect">
            <a:avLst>
              <a:gd name="adj" fmla="val 4898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5989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your hand or jot a quick response. Connect your answer to a user, stakeholder, constraint, evidence, or design decision.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useful engineering move on the next slide.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46136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79408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5984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40112" y="20574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76688" y="21396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0" y="27432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28254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857232" y="2743200"/>
            <a:ext cx="11430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93808" y="2825496"/>
            <a:ext cx="10698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Engineering Move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turns a need into evidence-based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17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PEOPLE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78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who is affected and what they need.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081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SUCCESS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642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and constraints before choosing a solution.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778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sketches, CAD, tests, feedback, and revision notes.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081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RESPONSIBLY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642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value, limitations, and future improvements.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mission: connect the lesson skill to a user-centered design decision that can be defended with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Fits Human-Centered Engineering?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 responsible capstone design?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idea that is easiest for the team to build.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194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0313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21792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6422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194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0313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stakeholder feedback because the team already has a plan.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2120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engineering choice.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uses user needs and evidence to guide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design to people, constraints, and proof.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244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6676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focus on ease, appearance, or ignoring feedback.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10561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your design decisions should be traceable to user needs, criteria, evidence, and responsible impact.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Testing and User Feedback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today’s lesson contributes to the capstone.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7830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YOU WILL PRACTICE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404872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tests according to the protocol.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user feedback, observations, measurements, or performance data.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results honestly, including problems or limitations.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run prototype tests, collect user feedback, and record evidence without changing the results.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0" y="3703320"/>
            <a:ext cx="46634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evidence should help your team explain the user need, design choices, testing, revision, and final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 MAP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Lesson Skill to Final Portfolio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today’s work becomes evidence later.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NEED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something and why?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56432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39312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the team build or change?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18504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1384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01384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the decision is reasonable?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80576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63456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63456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the story be communicated?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" y="5349240"/>
            <a:ext cx="10698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lesson artifact + one way it can support the final capstone 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Completion vs. Engineering Evidence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defend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getting something done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choose the fastest answer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hides mistakes or missing data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 for others to inspect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82512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MINDSET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56832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work to user needs and criteria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data, feedback, sketches, and tests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problems and revisions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the design story clear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Capstone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connect what they claim to proof that others can inspect.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design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82219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1695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9536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include: stakeholder notes • sketches • CAD models • test data • observations • photos • feedback • revision notes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evidence that would best support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107899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“Our prototype testing and user feedback work is ready to move forward.”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5486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5296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relevant sketch, model, user note, plan, or prototype view that shows the work.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199632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45936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3660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84848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work is probably good enough.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4108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25296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criteria, test results, feedback, measurements, or observations tied to the claim.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199632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5936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2366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4848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title page with no evidence or explanation.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0080" y="534924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must connect directly to the design claim.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37947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the work or design intent. C shows whether it meets the requirement or supports the decision.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66928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4526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Opinions, appearance, and polished formatting can support communication, but they do not prove the engineering claim by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0607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notices that their capstone evidence does not fully support the design decision they want to make.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gap and keep the original conclusion.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99632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3660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84848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visuals so the work looks more complete.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what evidence is missing, revise, and check again.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199632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3660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84848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without writing down what happened.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16636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Next Step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 problem into useful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2560320"/>
            <a:ext cx="25603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missing evidence, revise, and check again.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039112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what happened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89120" y="2816352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026664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missing evidence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89120" y="3803904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4014216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 again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532120"/>
            <a:ext cx="1060704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or guess.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84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029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design is good because it seems useful.”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55480" y="2048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971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227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172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“Stakeholder feedback identified two usability issues that should be revised.”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5480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370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315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final concept scored highest against safety, usability, and buildability criteria.”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5480" y="4334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7724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which statements are strongest.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engineering answer connects a claim to specific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 without specific evidence.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6636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0916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stakeholder feedback and names issues.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45820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concept selection to criteria.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77240" y="5394960"/>
            <a:ext cx="10652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responsible tradeoffs = stronger engineering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capstone move before the next lesson.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5.12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783080"/>
            <a:ext cx="1078992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57400"/>
            <a:ext cx="8412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44752" y="2542032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 user need or stakeholder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320040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44752" y="3200400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your team should collect for Prototype Testing and User Feedback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7552" y="3858768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4752" y="3858768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concern, or next step for your capstone 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562356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5.13 — Data Analysis and Stakeholder Feedback Review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5 Lesson 5.12: Prototype Testing and User Feedback</dc:title>
  <dc:subject>IED Unit 5 Lesson 5.12</dc:subject>
  <dc:creator>LockwoodSTEM</dc:creator>
  <cp:lastModifiedBy>LockwoodSTEM</cp:lastModifiedBy>
  <cp:revision>1</cp:revision>
  <dcterms:created xsi:type="dcterms:W3CDTF">2026-07-17T18:02:17Z</dcterms:created>
  <dcterms:modified xsi:type="dcterms:W3CDTF">2026-07-17T18:02:17Z</dcterms:modified>
</cp:coreProperties>
</file>