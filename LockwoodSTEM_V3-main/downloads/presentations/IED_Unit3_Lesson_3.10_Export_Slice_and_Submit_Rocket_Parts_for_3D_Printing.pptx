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54680" cy="6858000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54680" y="0"/>
            <a:ext cx="109728" cy="685800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pic>
        <p:nvPicPr>
          <p:cNvPr id="5" name="Image 0" descr="/mnt/data/site_orig/LockwoodSTEM_V3-main/assets/img/course-icons/ied-course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03320" y="685800"/>
            <a:ext cx="43891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3 • LESSON 3.10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703320" y="1170432"/>
            <a:ext cx="7132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Export, Slice, and Submit Rocket Parts for 3D Printing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370332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703320" y="2953512"/>
            <a:ext cx="72237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engineers prepare assembly parts for printing?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749040" y="4160520"/>
            <a:ext cx="1783080" cy="685800"/>
          </a:xfrm>
          <a:prstGeom prst="roundRect">
            <a:avLst>
              <a:gd name="adj" fmla="val 16000"/>
            </a:avLst>
          </a:prstGeom>
          <a:solidFill>
            <a:srgbClr val="EAF4FB"/>
          </a:solidFill>
          <a:ln w="12700">
            <a:solidFill>
              <a:srgbClr val="BED3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49040" y="4352544"/>
            <a:ext cx="1783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4160520"/>
            <a:ext cx="1783080" cy="685800"/>
          </a:xfrm>
          <a:prstGeom prst="roundRect">
            <a:avLst>
              <a:gd name="adj" fmla="val 16000"/>
            </a:avLst>
          </a:prstGeom>
          <a:solidFill>
            <a:srgbClr val="EAF4FB"/>
          </a:solidFill>
          <a:ln w="12700">
            <a:solidFill>
              <a:srgbClr val="BED3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4352544"/>
            <a:ext cx="1783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SLICE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503920" y="4160520"/>
            <a:ext cx="1783080" cy="685800"/>
          </a:xfrm>
          <a:prstGeom prst="roundRect">
            <a:avLst>
              <a:gd name="adj" fmla="val 16000"/>
            </a:avLst>
          </a:prstGeom>
          <a:solidFill>
            <a:srgbClr val="EAF4FB"/>
          </a:solidFill>
          <a:ln w="12700">
            <a:solidFill>
              <a:srgbClr val="BED3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920" y="4352544"/>
            <a:ext cx="1783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703320" y="5989320"/>
            <a:ext cx="4023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to Engineering Design</a:t>
            </a:r>
            <a:endParaRPr lang="en-US" sz="1300" dirty="0"/>
          </a:p>
        </p:txBody>
      </p:sp>
      <p:pic>
        <p:nvPicPr>
          <p:cNvPr id="17" name="Image 1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5815584"/>
            <a:ext cx="205740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45-Minute Flight Plan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3.10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143000"/>
            <a:ext cx="95097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assembly, prototype, and drawing evidence for the rocket design package.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" y="1600200"/>
            <a:ext cx="50749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" y="1746504"/>
            <a:ext cx="47457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8952" y="2075688"/>
            <a:ext cx="4745736" cy="1444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required rocket parts in the correct format.
</a:t>
            </a:r>
            <a:pPr indent="0" marL="0">
              <a:buNone/>
            </a:pPr>
            <a:r>
              <a:rPr lang="en-US" sz="133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slicer settings, orientation, and estimated print quality.
</a:t>
            </a:r>
            <a:pPr indent="0" marL="0">
              <a:buNone/>
            </a:pPr>
            <a:r>
              <a:rPr lang="en-US" sz="133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or start prints with evidence that files are ready.</a:t>
            </a:r>
            <a:endParaRPr lang="en-US" sz="1330" dirty="0"/>
          </a:p>
        </p:txBody>
      </p:sp>
      <p:sp>
        <p:nvSpPr>
          <p:cNvPr id="14" name="Shape 11"/>
          <p:cNvSpPr/>
          <p:nvPr/>
        </p:nvSpPr>
        <p:spPr>
          <a:xfrm>
            <a:off x="5989320" y="1600200"/>
            <a:ext cx="5074920" cy="2011680"/>
          </a:xfrm>
          <a:prstGeom prst="roundRect">
            <a:avLst>
              <a:gd name="adj" fmla="val 5455"/>
            </a:avLst>
          </a:prstGeom>
          <a:solidFill>
            <a:srgbClr val="F5FAFE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53912" y="1746504"/>
            <a:ext cx="47457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53912" y="2075688"/>
            <a:ext cx="4745736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export, slice, check, and submit rocket parts using print-readiness evidence.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94360" y="3886200"/>
            <a:ext cx="10469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" y="4032504"/>
            <a:ext cx="101406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58952" y="4361688"/>
            <a:ext cx="10140696" cy="1444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 Opening prompt and lesson launch
</a:t>
            </a:r>
            <a:pPr indent="0" marL="0">
              <a:buNone/>
            </a:pPr>
            <a:r>
              <a:rPr lang="en-US" sz="122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 Concept walkthrough and model/documentation connection
</a:t>
            </a:r>
            <a:pPr indent="0" marL="0">
              <a:buNone/>
            </a:pPr>
            <a:r>
              <a:rPr lang="en-US" sz="122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Guided practice or teacher demonstration
</a:t>
            </a:r>
            <a:pPr indent="0" marL="0">
              <a:buNone/>
            </a:pPr>
            <a:r>
              <a:rPr lang="en-US" sz="122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min Student application checkpoint
</a:t>
            </a:r>
            <a:pPr indent="0" marL="0">
              <a:buNone/>
            </a:pPr>
            <a:r>
              <a:rPr lang="en-US" sz="122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 Evidence challenge and scenario reveal
</a:t>
            </a:r>
            <a:pPr indent="0" marL="0">
              <a:buNone/>
            </a:pPr>
            <a:r>
              <a:rPr lang="en-US" sz="122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 Exit debrief</a:t>
            </a:r>
            <a:endParaRPr lang="en-US" sz="12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Export, Slice, and Submit Rocket Parts for 3D Printing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3.10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417320"/>
            <a:ext cx="106070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engineers prepare assembly parts for printing?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731520" y="242316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2569464"/>
            <a:ext cx="49743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96112" y="2898648"/>
            <a:ext cx="4974336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evidence, CAD action, or prototype decision would help answer today’s focus question?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309360" y="2423160"/>
            <a:ext cx="4663440" cy="2103120"/>
          </a:xfrm>
          <a:prstGeom prst="roundRect">
            <a:avLst>
              <a:gd name="adj" fmla="val 5217"/>
            </a:avLst>
          </a:prstGeom>
          <a:solidFill>
            <a:srgbClr val="FFF8E2"/>
          </a:solidFill>
          <a:ln w="1397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73952" y="2569464"/>
            <a:ext cx="43342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73952" y="2898648"/>
            <a:ext cx="4334256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use a specific engineering action word.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31520" y="5166360"/>
            <a:ext cx="8961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working lesson definition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Definition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3.10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1325880"/>
            <a:ext cx="10744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1472184"/>
            <a:ext cx="104150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working definition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96112" y="1801368"/>
            <a:ext cx="1041501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lesson, engineers export, slice, submit so the final rocket assembly can be defended with evidence.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68680" y="292608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14984" y="300837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490472" y="292608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90472" y="323697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required rocket parts in the correct format.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160520" y="292608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06824" y="300837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782312" y="292608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Slice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782312" y="323697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slicer settings, orientation, and estimated print quality.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452360" y="292608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98664" y="300837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74152" y="292608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074152" y="323697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or start prints with evidence that files are ready.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68680" y="5230368"/>
            <a:ext cx="9875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every CAD, prototype, or drawing choice should leave evidence someone else can inspect.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Fits?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3.10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143000"/>
            <a:ext cx="9509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1627632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export, slice, and submit rocket parts for 3d printing?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77240" y="2331720"/>
            <a:ext cx="4800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1832" y="2478024"/>
            <a:ext cx="4471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1832" y="2807208"/>
            <a:ext cx="44714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quickly without checking evidence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72200" y="2331720"/>
            <a:ext cx="4800600" cy="914400"/>
          </a:xfrm>
          <a:prstGeom prst="roundRect">
            <a:avLst>
              <a:gd name="adj" fmla="val 12000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36792" y="2478024"/>
            <a:ext cx="4471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36792" y="2807208"/>
            <a:ext cx="44714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lesson evidence to make a controlled decision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77240" y="3657600"/>
            <a:ext cx="4800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1832" y="3803904"/>
            <a:ext cx="4471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41832" y="4133088"/>
            <a:ext cx="44714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easiest option and hope it works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172200" y="3657600"/>
            <a:ext cx="4800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36792" y="3803904"/>
            <a:ext cx="4471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336792" y="4133088"/>
            <a:ext cx="44714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work look complete without verifying it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77240" y="5349240"/>
            <a:ext cx="8595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engineering choice.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3.10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141732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8F1D7"/>
          </a:solidFill>
          <a:ln w="1397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552" y="1563624"/>
            <a:ext cx="3328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87552" y="1892808"/>
            <a:ext cx="3328416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— Check scale, orientation, supports, and slicer preview before submitting.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800600" y="1417320"/>
            <a:ext cx="29260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65192" y="1563624"/>
            <a:ext cx="2596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65192" y="1892808"/>
            <a:ext cx="2596896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lesson-specific evidence instead of a guess, shortcut, or appearance-based decision.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01000" y="1417320"/>
            <a:ext cx="29260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65592" y="1563624"/>
            <a:ext cx="2596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65592" y="1892808"/>
            <a:ext cx="2596896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treat engineering as completion rather than controlled decision-making.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14400" y="434340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IED, your answer is stronger when it connects a claim to observable proof.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 CONNECTION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Rocket Assembly Evidence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3.10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133856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 moves from individual CAD parts to a complete assembly, printed prototype, and technical drawing package.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85800" y="1783080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1929384"/>
            <a:ext cx="29169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 assembly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0392" y="2258568"/>
            <a:ext cx="2916936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relationships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and alignment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Exploded views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Interference or motion checks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434840" y="1783080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99432" y="1929384"/>
            <a:ext cx="29169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prototype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99432" y="2258568"/>
            <a:ext cx="2916936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printed parts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fit testing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Revision notes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evidence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183880" y="1783080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48472" y="1929384"/>
            <a:ext cx="29169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Drawing package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348472" y="2258568"/>
            <a:ext cx="2916936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and assembly views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Balloons and parts list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 and revisions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 evidence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22960" y="5074920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focus: You can export, slice, check, and submit rocket parts using print-readiness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Skill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3.10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115568"/>
            <a:ext cx="100584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rocket assembly evidence source and connect it to today’s lesson.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5800" y="169164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1837944"/>
            <a:ext cx="3328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evidence source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0392" y="2167128"/>
            <a:ext cx="3328416" cy="2724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 screenshot
</a:t>
            </a:r>
            <a:pPr indent="0" marL="0">
              <a:buNone/>
            </a:pPr>
            <a:r>
              <a:rPr lang="en-US" sz="15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clearance
</a:t>
            </a:r>
            <a:pPr indent="0" marL="0">
              <a:buNone/>
            </a:pPr>
            <a:r>
              <a:rPr lang="en-US" sz="15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Slicer preview
</a:t>
            </a:r>
            <a:pPr indent="0" marL="0">
              <a:buNone/>
            </a:pPr>
            <a:r>
              <a:rPr lang="en-US" sz="15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photo
</a:t>
            </a:r>
            <a:pPr indent="0" marL="0">
              <a:buNone/>
            </a:pPr>
            <a:r>
              <a:rPr lang="en-US" sz="15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Drawing view or note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617720" y="1691640"/>
            <a:ext cx="6537960" cy="3291840"/>
          </a:xfrm>
          <a:prstGeom prst="roundRect">
            <a:avLst>
              <a:gd name="adj" fmla="val 3333"/>
            </a:avLst>
          </a:prstGeom>
          <a:solidFill>
            <a:srgbClr val="FFF8E2"/>
          </a:solidFill>
          <a:ln w="1397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82312" y="1837944"/>
            <a:ext cx="620877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answer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82312" y="2167128"/>
            <a:ext cx="620877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this evidence help you export, slice, or submit the rocket assembly?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731520" y="5349240"/>
            <a:ext cx="9875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evidence source + one design decision + one reason it matters.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SKILL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Are Practicing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3.10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1554480"/>
            <a:ext cx="324612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1700784"/>
            <a:ext cx="29169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0392" y="2029968"/>
            <a:ext cx="2916936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printable file is not automatically a good print.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389120" y="1554480"/>
            <a:ext cx="3246120" cy="2423160"/>
          </a:xfrm>
          <a:prstGeom prst="roundRect">
            <a:avLst>
              <a:gd name="adj" fmla="val 4528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53712" y="1700784"/>
            <a:ext cx="29169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029968"/>
            <a:ext cx="2916936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Orientation, scale, and settings affect fit and quality.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8092440" y="1554480"/>
            <a:ext cx="324612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57032" y="1700784"/>
            <a:ext cx="29169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57032" y="2029968"/>
            <a:ext cx="2916936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 submissions should include evidence that the file was checked.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1143000" y="4526280"/>
            <a:ext cx="9921240" cy="868680"/>
          </a:xfrm>
          <a:prstGeom prst="roundRect">
            <a:avLst>
              <a:gd name="adj" fmla="val 12632"/>
            </a:avLst>
          </a:prstGeom>
          <a:solidFill>
            <a:srgbClr val="FFF8E2"/>
          </a:solidFill>
          <a:ln w="13970">
            <a:solidFill>
              <a:srgbClr val="E7C46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07592" y="4672584"/>
            <a:ext cx="95920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habit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307592" y="5001768"/>
            <a:ext cx="95920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just complete the screen task. Save the evidence that explains how you know the design is ready.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→ Evidence → Decision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3.10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146304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0704" y="154533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536192" y="146304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36192" y="177393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rocket assembly, prototype, or drawing.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43400" y="146304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89704" y="154533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965192" y="146304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65192" y="177393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 or challenges the claim: screenshots, dimensions, tests, photos, notes.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772400" y="146304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18704" y="154533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94192" y="146304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394192" y="177393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005840" y="3337560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claim: “My export, slice, and submit rocket parts for 3d printing work is ready to move forward.”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1005840" y="4069080"/>
            <a:ext cx="914400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prove the claim?
</a:t>
            </a:r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challenge it?
</a:t>
            </a:r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decision should happen next?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You Need?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3.10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234440"/>
            <a:ext cx="10241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“My export, slice, and submit rocket parts for 3d printing work is accurate and ready to move forward.”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77240" y="2057400"/>
            <a:ext cx="48920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220370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41832" y="2532888"/>
            <a:ext cx="456285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screenshot, drawing view, or model view that shows the work</a:t>
            </a:r>
            <a:endParaRPr lang="en-US" sz="1280" dirty="0"/>
          </a:p>
        </p:txBody>
      </p:sp>
      <p:sp>
        <p:nvSpPr>
          <p:cNvPr id="14" name="Shape 11"/>
          <p:cNvSpPr/>
          <p:nvPr/>
        </p:nvSpPr>
        <p:spPr>
          <a:xfrm>
            <a:off x="6172200" y="2057400"/>
            <a:ext cx="48920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36792" y="220370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36792" y="2532888"/>
            <a:ext cx="456285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that it looks good</a:t>
            </a:r>
            <a:endParaRPr lang="en-US" sz="1280" dirty="0"/>
          </a:p>
        </p:txBody>
      </p:sp>
      <p:sp>
        <p:nvSpPr>
          <p:cNvPr id="17" name="Shape 14"/>
          <p:cNvSpPr/>
          <p:nvPr/>
        </p:nvSpPr>
        <p:spPr>
          <a:xfrm>
            <a:off x="777240" y="2971800"/>
            <a:ext cx="48920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" y="311810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41832" y="3447288"/>
            <a:ext cx="456285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measurements, settings, fit notes, or test results</a:t>
            </a:r>
            <a:endParaRPr lang="en-US" sz="1280" dirty="0"/>
          </a:p>
        </p:txBody>
      </p:sp>
      <p:sp>
        <p:nvSpPr>
          <p:cNvPr id="20" name="Shape 17"/>
          <p:cNvSpPr/>
          <p:nvPr/>
        </p:nvSpPr>
        <p:spPr>
          <a:xfrm>
            <a:off x="6172200" y="2971800"/>
            <a:ext cx="48920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36792" y="311810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36792" y="3447288"/>
            <a:ext cx="456285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name that does not identify the lesson or part</a:t>
            </a:r>
            <a:endParaRPr lang="en-US" sz="1280" dirty="0"/>
          </a:p>
        </p:txBody>
      </p:sp>
      <p:sp>
        <p:nvSpPr>
          <p:cNvPr id="23" name="Shape 20"/>
          <p:cNvSpPr/>
          <p:nvPr/>
        </p:nvSpPr>
        <p:spPr>
          <a:xfrm>
            <a:off x="777240" y="3886200"/>
            <a:ext cx="48920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1832" y="403250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41832" y="4361688"/>
            <a:ext cx="456285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saying it is probably fine</a:t>
            </a:r>
            <a:endParaRPr lang="en-US" sz="1280" dirty="0"/>
          </a:p>
        </p:txBody>
      </p:sp>
      <p:sp>
        <p:nvSpPr>
          <p:cNvPr id="26" name="Text 23"/>
          <p:cNvSpPr/>
          <p:nvPr/>
        </p:nvSpPr>
        <p:spPr>
          <a:xfrm>
            <a:off x="777240" y="5440680"/>
            <a:ext cx="9418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for the two strongest pieces of evidence. The answer is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Evidence Pair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3.10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1417320"/>
            <a:ext cx="4754880" cy="2011680"/>
          </a:xfrm>
          <a:prstGeom prst="roundRect">
            <a:avLst>
              <a:gd name="adj" fmla="val 5455"/>
            </a:avLst>
          </a:prstGeom>
          <a:solidFill>
            <a:srgbClr val="F8F1D7"/>
          </a:solidFill>
          <a:ln w="1397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3272" y="1563624"/>
            <a:ext cx="44256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33272" y="1892808"/>
            <a:ext cx="4425696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what was created. C shows whether it meets the requirement or supports the design decision.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989320" y="1417320"/>
            <a:ext cx="4754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3912" y="1563624"/>
            <a:ext cx="44256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but not enough alone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53912" y="1892808"/>
            <a:ext cx="4425696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Appearance, vague confidence, or unclear file names can support the story, but they do not prove the claim by themselves.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60120" y="4389120"/>
            <a:ext cx="9784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should connect directly to the design claim you are making.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Engineer Do Next?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3.10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234440"/>
            <a:ext cx="10241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Scenario: A student working on export, slice, and submit rocket parts for 3d printing notices something does not match the expected rocket assembly result.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77240" y="2148840"/>
            <a:ext cx="4892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229514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41832" y="2624328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it and keep going because the task is almost finished</a:t>
            </a:r>
            <a:endParaRPr lang="en-US" sz="1380" dirty="0"/>
          </a:p>
        </p:txBody>
      </p:sp>
      <p:sp>
        <p:nvSpPr>
          <p:cNvPr id="14" name="Shape 11"/>
          <p:cNvSpPr/>
          <p:nvPr/>
        </p:nvSpPr>
        <p:spPr>
          <a:xfrm>
            <a:off x="6172200" y="2148840"/>
            <a:ext cx="4892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36792" y="229514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36792" y="2624328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</a:t>
            </a:r>
            <a:endParaRPr lang="en-US" sz="1380" dirty="0"/>
          </a:p>
        </p:txBody>
      </p:sp>
      <p:sp>
        <p:nvSpPr>
          <p:cNvPr id="17" name="Shape 14"/>
          <p:cNvSpPr/>
          <p:nvPr/>
        </p:nvSpPr>
        <p:spPr>
          <a:xfrm>
            <a:off x="777240" y="3246120"/>
            <a:ext cx="4892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" y="339242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41832" y="3721608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the evidence and restart without notes</a:t>
            </a:r>
            <a:endParaRPr lang="en-US" sz="1380" dirty="0"/>
          </a:p>
        </p:txBody>
      </p:sp>
      <p:sp>
        <p:nvSpPr>
          <p:cNvPr id="20" name="Shape 17"/>
          <p:cNvSpPr/>
          <p:nvPr/>
        </p:nvSpPr>
        <p:spPr>
          <a:xfrm>
            <a:off x="6172200" y="3246120"/>
            <a:ext cx="4892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36792" y="339242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36792" y="3721608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faster option even if it cannot be justified</a:t>
            </a:r>
            <a:endParaRPr lang="en-US" sz="1380" dirty="0"/>
          </a:p>
        </p:txBody>
      </p:sp>
      <p:sp>
        <p:nvSpPr>
          <p:cNvPr id="23" name="Text 20"/>
          <p:cNvSpPr/>
          <p:nvPr/>
        </p:nvSpPr>
        <p:spPr>
          <a:xfrm>
            <a:off x="822960" y="5257800"/>
            <a:ext cx="8595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next step.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Engineering Move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3.10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141732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F8F1D7"/>
          </a:solidFill>
          <a:ln w="1397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3272" y="1563624"/>
            <a:ext cx="3328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33272" y="1892808"/>
            <a:ext cx="3328416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892040" y="150876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38344" y="159105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513832" y="150876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513832" y="181965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what happened with a note, screenshot, photo, or measurement.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892040" y="242316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38344" y="250545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513832" y="242316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513832" y="273405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likely cause before changing the design.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892040" y="333756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38344" y="341985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513832" y="333756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513832" y="364845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 targeted change and collect new evidence.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005840" y="5166360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use the problem as evidence, not as a reason to hide the work.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3.10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143000"/>
            <a:ext cx="9509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77240" y="1783080"/>
            <a:ext cx="102412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1929384"/>
            <a:ext cx="9912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41832" y="2258568"/>
            <a:ext cx="9912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export, slice, and submit rocket parts for 3d printing work is good because it looks complete.”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77240" y="2788920"/>
            <a:ext cx="10241280" cy="822960"/>
          </a:xfrm>
          <a:prstGeom prst="roundRect">
            <a:avLst>
              <a:gd name="adj" fmla="val 13333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2935224"/>
            <a:ext cx="9912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41832" y="3264408"/>
            <a:ext cx="9912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checked the relevant evidence and found the result matched the requirement.”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77240" y="3794760"/>
            <a:ext cx="10241280" cy="822960"/>
          </a:xfrm>
          <a:prstGeom prst="roundRect">
            <a:avLst>
              <a:gd name="adj" fmla="val 13333"/>
            </a:avLst>
          </a:prstGeom>
          <a:solidFill>
            <a:srgbClr val="FFF8E2"/>
          </a:solidFill>
          <a:ln w="13970">
            <a:solidFill>
              <a:srgbClr val="E7C4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" y="3941064"/>
            <a:ext cx="9912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41832" y="4270248"/>
            <a:ext cx="9912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revised the design because the check showed a specific fit, alignment, or documentation issue.”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77240" y="5257800"/>
            <a:ext cx="6766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 is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3.10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14173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1563624"/>
            <a:ext cx="29626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41832" y="1892808"/>
            <a:ext cx="2962656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Opinion-heavy. “Looks complete” is not enough evidence.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434840" y="14173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9432" y="1563624"/>
            <a:ext cx="29626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99432" y="1892808"/>
            <a:ext cx="2962656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Evidence-based. It references a check against a requirement.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092440" y="14173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8F1D7"/>
          </a:solidFill>
          <a:ln w="13970">
            <a:solidFill>
              <a:srgbClr val="D9AB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57032" y="1563624"/>
            <a:ext cx="29626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57032" y="1892808"/>
            <a:ext cx="2962656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reasoning. It connects a revision to a specific check.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4400" y="4526280"/>
            <a:ext cx="10424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+ clear decision = stronger engineering communication.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3.10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188720"/>
            <a:ext cx="9601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on the assigned class format: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77240" y="1737360"/>
            <a:ext cx="10332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1883664"/>
            <a:ext cx="100035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41832" y="2212848"/>
            <a:ext cx="100035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way today’s lesson helps improve the rocket assembly design package.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77240" y="2788920"/>
            <a:ext cx="10332720" cy="914400"/>
          </a:xfrm>
          <a:prstGeom prst="roundRect">
            <a:avLst>
              <a:gd name="adj" fmla="val 12000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2935224"/>
            <a:ext cx="100035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41832" y="3264408"/>
            <a:ext cx="100035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type of evidence you collected or would need for export, slice, and submit rocket parts for 3d printing.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77240" y="3840480"/>
            <a:ext cx="10332720" cy="914400"/>
          </a:xfrm>
          <a:prstGeom prst="roundRect">
            <a:avLst>
              <a:gd name="adj" fmla="val 12000"/>
            </a:avLst>
          </a:prstGeom>
          <a:solidFill>
            <a:srgbClr val="FFF8E2"/>
          </a:solidFill>
          <a:ln w="13970">
            <a:solidFill>
              <a:srgbClr val="E7C4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" y="3986784"/>
            <a:ext cx="100035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41832" y="4315968"/>
            <a:ext cx="100035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question or revision target you still have before the next lesson.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22960" y="5532120"/>
            <a:ext cx="10515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mission: Lesson 3.11 — Prototype Assembly Build Day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3.10 Export, Slice, and Submit Rocket Parts for 3D Printing</dc:title>
  <dc:subject>IED Unit 3 Lesson 3.10</dc:subject>
  <dc:creator>LockwoodSTEM</dc:creator>
  <cp:lastModifiedBy>LockwoodSTEM</cp:lastModifiedBy>
  <cp:revision>1</cp:revision>
  <dcterms:created xsi:type="dcterms:W3CDTF">2026-07-17T17:27:53Z</dcterms:created>
  <dcterms:modified xsi:type="dcterms:W3CDTF">2026-07-17T17:27:53Z</dcterms:modified>
</cp:coreProperties>
</file>