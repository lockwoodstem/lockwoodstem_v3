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9646920" y="457200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4 • LESSON 4.1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589520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Challenge Launch: Aerospace Mechanisms, Materials &amp; Electromechanical Systems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364992"/>
            <a:ext cx="77724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materials, mechanisms, circuits, and data work together in an aerospace system?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Mechanisms, Materials &amp; Electromechanical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system-thinking habits used throughout Unit 4.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737360"/>
            <a:ext cx="34655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" y="2139696"/>
            <a:ext cx="3383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Unit 4 aerospace mechanism or electromechanical system challenge.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materials, mechanisms, circuits, and data to one system prototype.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evidence teams will collect throughout the unit.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737360"/>
            <a:ext cx="2642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explain the Unit 4 system challenge and identify how materials, mechanisms, circuits, and data will support one prototype.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023360"/>
          </a:xfrm>
          <a:prstGeom prst="roundRect">
            <a:avLst>
              <a:gd name="adj" fmla="val 3896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1312" y="1737360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139696"/>
            <a:ext cx="30175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Unit 4 connection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13232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materials, mechanisms, circuits, and data work together in an aerospace system?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166360" cy="1965960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496312"/>
            <a:ext cx="47457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862072"/>
            <a:ext cx="470916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materials, forces, motion, circuit behavior, or data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617720" cy="1965960"/>
          </a:xfrm>
          <a:prstGeom prst="roundRect">
            <a:avLst>
              <a:gd name="adj" fmla="val 697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2496312"/>
            <a:ext cx="4197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862072"/>
            <a:ext cx="416052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1136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463040"/>
            <a:ext cx="10296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frame, connect, plan so an aerospace system can be built, tested, revised,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Unit 4 aerospace mechanism or electromechanical system challenge.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materials, mechanisms, circuits, and data to one system prototype.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evidence teams will collect throughout the unit.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good systems combine structure, motion, electrical behavior, and data into one clear design story.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unit 4 challenge launch: aerospace mechanisms, materials &amp; electromechanical systems?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simplest option because it is fastest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581912"/>
            <a:ext cx="32826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Frame the challenge as a system with interacting subsystems and evidence needs.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or system behavior instead of guessing.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system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connects materials, mechanisms, motion, data, circuits, and prototype testing into one working system.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+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and stiffness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and durability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limits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evidence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+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744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and force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checks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connections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or electrical function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protocol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and conclusions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explain the Unit 4 system challenge and identify how materials, mechanisms, circuits, and data will support one prototype.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258568"/>
            <a:ext cx="31546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result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sketch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observation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check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or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41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856232"/>
            <a:ext cx="61173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frame, connect, or plan the prototype system?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system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 combines parts that interact to perform a useful function.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Materials, motion, circuits, and data each influence whether the system works reliably.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9244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prototype must be defended with evidence, not just shown as a finished object.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5789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690872"/>
            <a:ext cx="9500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056632"/>
            <a:ext cx="9464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prototype task. Save the evidence that explains how you know the system works or what should change next.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material, mechanism, circuit, data, or prototype.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0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0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tests, graphs, observations, photos, measurements.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unit 4 challenge launch: aerospace mechanisms, materials &amp; electromechanical systems work is ready to move forward.”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unit 4 challenge launch: aerospace mechanisms, materials &amp; electromechanical systems work is accurate and ready to move forward.”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photo, graph, sketch, or model view that shows the work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test results, circuit checks, or observations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prototype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4165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system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unit 4 challenge launch: aerospace mechanisms, materials &amp; electromechanical systems notices the result does not match the expected system behavior.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20040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4904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58968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photo, graph, measurement, or test result.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4871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58968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58968" y="26974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system.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4015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58968" y="33192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589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4767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31343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unit 4 challenge launch: aerospace mechanisms, materials &amp; electromechanical systems work is good because it looks complete.”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95351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31927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95935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32511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material, mechanism, circuit, or data issue.”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lesson before we move to the next system checkpoint.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10149840" cy="3154680"/>
          </a:xfrm>
          <a:prstGeom prst="roundRect">
            <a:avLst>
              <a:gd name="adj" fmla="val 434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01952"/>
            <a:ext cx="9729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04288"/>
            <a:ext cx="9646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about unit 4 challenge launch: aerospace mechanisms, materials &amp; electromechanical systems.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that could support today’s design or system decision.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risk, or next step for the prototype system.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4.2 — Aerospace Materials and Material Properties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Lesson 4.1: Unit 4 Challenge Launch: Aerospace Mechanisms, Materials &amp; Electromechanical Systems</dc:title>
  <dc:subject>IED Unit 4 Lesson 4.1</dc:subject>
  <dc:creator>LockwoodSTEM</dc:creator>
  <cp:lastModifiedBy>LockwoodSTEM</cp:lastModifiedBy>
  <cp:revision>1</cp:revision>
  <dcterms:created xsi:type="dcterms:W3CDTF">2026-07-17T17:40:16Z</dcterms:created>
  <dcterms:modified xsi:type="dcterms:W3CDTF">2026-07-17T17:40:16Z</dcterms:modified>
</cp:coreProperties>
</file>