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051560"/>
            <a:ext cx="2514600" cy="164592"/>
          </a:xfrm>
          <a:prstGeom prst="rect">
            <a:avLst/>
          </a:prstGeom>
          <a:solidFill>
            <a:srgbClr val="0B4D78">
              <a:alpha val="90000"/>
            </a:srgbClr>
          </a:solidFill>
          <a:ln w="12700">
            <a:solidFill>
              <a:srgbClr val="0B4D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417320"/>
            <a:ext cx="1965960" cy="164592"/>
          </a:xfrm>
          <a:prstGeom prst="rect">
            <a:avLst/>
          </a:prstGeom>
          <a:solidFill>
            <a:srgbClr val="D9AB3D">
              <a:alpha val="90000"/>
            </a:srgbClr>
          </a:solidFill>
          <a:ln w="12700">
            <a:solidFill>
              <a:srgbClr val="D9AB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1783080"/>
            <a:ext cx="2331720" cy="164592"/>
          </a:xfrm>
          <a:prstGeom prst="rect">
            <a:avLst/>
          </a:prstGeom>
          <a:solidFill>
            <a:srgbClr val="2E7D5B">
              <a:alpha val="90000"/>
            </a:srgbClr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84048"/>
            <a:ext cx="1737360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2 • LESSON 2.17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1115568"/>
            <a:ext cx="6492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and Load Testing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658368" y="2304288"/>
            <a:ext cx="484632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5968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2898648"/>
            <a:ext cx="6309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prototype load testing show whether a structure meets the design criteria?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D9AB3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2432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0B4D78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32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9028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2E7D5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5961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D9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Unit 2 structures and materials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2039112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039112"/>
            <a:ext cx="109728" cy="18288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2037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286207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a structural prototype safely and test it using a repeatable procedure.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how this connects to the Aerospace Payload Support Structure Challenge.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evidence needed for today’s claim.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069080" y="2039112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9080" y="2039112"/>
            <a:ext cx="109728" cy="18288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22037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looks like…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297680" y="2606040"/>
            <a:ext cx="286207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make a structural decision using vocabulary, calculations, observations, or test data rather than “it seems strong.”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43800" y="2039112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2039112"/>
            <a:ext cx="109728" cy="3291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220370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+ pacing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72400" y="2606040"/>
            <a:ext cx="3090672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Concept quick vote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Structure idea + aerospace link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Compare two options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check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is this structure solving?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is this structure solving?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purpose before jumping to parts.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10312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103120"/>
            <a:ext cx="109728" cy="192024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2677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 first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2670048"/>
            <a:ext cx="464515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lesson: Prototype Build and Load Testing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engineering need, task, or mission problem might this topic help solve?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103120"/>
            <a:ext cx="4754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2103120"/>
            <a:ext cx="109728" cy="19202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226771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class share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2670048"/>
            <a:ext cx="437083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 using an action word: lift, move, rotate, transfer, measure, support, power, or control.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77240" y="46634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connection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Mission Connection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Mission Connection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structures are useful because they make a mission action possible.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920240"/>
            <a:ext cx="109728" cy="20574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task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must do: lift, deploy, position, open, close, transfer, rotate, or support.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1920240"/>
            <a:ext cx="109728" cy="205740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choice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862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 arrangement that changes load path, stiffness, mass, material choice, or structural efficiency.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294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192024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Calculations, measurements, test data, observations, photos, and documentation that prove performance.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617720"/>
            <a:ext cx="9966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 testing must be controlled, documented, and repeatable so performance claims can be defended.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Choice Sounds Most Like Engineering?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Choice Sounds Most Like Engineering?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choice with one sentence.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03911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03911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20370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option that looks easiest to build.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03911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03911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220370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17920" y="260604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option that matches what another team is doing.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45643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456432"/>
            <a:ext cx="109728" cy="109728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402336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options against criteria and evidence before deciding.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989320" y="345643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89320" y="345643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362102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217920" y="402336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option that looks most impressive.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22960" y="52669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answer appears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Engineering Move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Engineering Move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decisions become stronger when criteria and evidence guide the choice.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5740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57400"/>
            <a:ext cx="109728" cy="21031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22199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answer: 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624328"/>
            <a:ext cx="391363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options against criteria and evidence before deciding.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32120" y="2057400"/>
            <a:ext cx="44805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2120" y="2057400"/>
            <a:ext cx="109728" cy="21031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22199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760720" y="2624328"/>
            <a:ext cx="409651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keeps the decision connected to the problem, measurable expectations, and proof that another person can inspect.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" y="48006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Carry-forward idea: a good structure is not just built; it is tested and justified.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LAUNCH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and Load Testing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LAUNCH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and Load Testing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today’s skill to the Unit 2 payload support challenge.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05740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057400"/>
            <a:ext cx="109728" cy="25146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22199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624328"/>
            <a:ext cx="286207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testing must be controlled, documented, and repeatable so performance claims can be defended.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97680" y="205740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057400"/>
            <a:ext cx="109728" cy="251460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222199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activity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624328"/>
            <a:ext cx="286207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prototype and run a controlled load test while documenting performance and failure points.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09560" y="2057400"/>
            <a:ext cx="28803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09560" y="2057400"/>
            <a:ext cx="109728" cy="25146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22219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output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38160" y="2624328"/>
            <a:ext cx="249631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photos and load test data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Aerospace Structure Map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Aerospace Structure Map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topic to a real system before the main work begins.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2240280" cy="2468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920240"/>
            <a:ext cx="109728" cy="246888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0848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one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487168"/>
            <a:ext cx="185623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Aircraft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46120" y="1920240"/>
            <a:ext cx="28346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920240"/>
            <a:ext cx="109728" cy="24688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20848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the action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474720" y="2487168"/>
            <a:ext cx="245059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carry a load, resist bending, stay stiff, reduce mass, or survive testing?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0" y="1920240"/>
            <a:ext cx="28346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1920240"/>
            <a:ext cx="109728" cy="246888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20848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evidence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29400" y="2487168"/>
            <a:ext cx="245059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measurement, calculation, or test would prove it worked?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9834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system + one structure action + one kind of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First vs. Engineer First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First vs. Engineer First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make something move; the goal is to prove how and why it works.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57400"/>
            <a:ext cx="4343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57400"/>
            <a:ext cx="109728" cy="24231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22199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Build-first mindset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624328"/>
            <a:ext cx="395935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parts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and adjust randomly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it moves once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with opinions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Ignore weak or failed trials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2057400"/>
            <a:ext cx="4343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2057400"/>
            <a:ext cx="109728" cy="24231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22199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mindset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06440" y="2624328"/>
            <a:ext cx="395935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task and criteria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 with science and math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repeated performance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with evidence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failures to revise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+ Evidence + Reasoning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+ Evidence + Reasoning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structure whenever you defend a structure decision.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1965960"/>
            <a:ext cx="109728" cy="21945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structure or design decision.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9476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94760" y="1965960"/>
            <a:ext cx="109728" cy="21945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2336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Measurements, calculations, observations, photos, repeated trials, or comparison data.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1965960"/>
            <a:ext cx="109728" cy="2194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8660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evidence supports the claim and what the team should do next.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4400" y="4800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structure claim is strongest when it can survive inspection by another engineer.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190195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Claim: “Our structural decision is ready to use in the Aerospace Payload Support Structure Challenge.”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3232" y="260604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606040"/>
            <a:ext cx="109728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77063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3172968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 or diagram showing how the structure works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88152" y="260604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88152" y="2606040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277063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16752" y="3172968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the team likes this idea best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13232" y="344728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3447288"/>
            <a:ext cx="109728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" y="361188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41832" y="4014216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measurement, calculation, or repeated test result connected to the claim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88152" y="344728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88152" y="3447288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361188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016752" y="4014216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 that makes the prototype look finished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13232" y="4288536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" y="4288536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1832" y="445312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41832" y="4855464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tools used during construction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connects directly to the claim and can be inspected.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20116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01168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17627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support: 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2578608"/>
            <a:ext cx="40965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 or diagram shows design intent, motion, parts, and how the system is supposed to function.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23560" y="20116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23560" y="201168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17627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support: C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52160" y="2578608"/>
            <a:ext cx="40965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measurement, calculation, or repeated load test proves performance more clearly than opinion or appearance.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14400" y="4709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not enough alone: photos, preferences, and tool lists help tell the story, but they do not prove performance by themselves.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19202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team tests its structure. It works once, but on the next trial the output motion changes and the result is less reliable.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7240" y="27432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7432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9077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3101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because it worked one time.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60720" y="27432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7432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9077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89320" y="33101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extra parts so it looks more complete.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6576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3657600"/>
            <a:ext cx="109728" cy="71323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38221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" y="42245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bending, identify the likely cause, revise the connection, and retest.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60720" y="36576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6576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8221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989320" y="42245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over without documenting what happened.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Strongest Next Step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Strongest Next Step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an inconsistent result into useful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1965960"/>
            <a:ext cx="29718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1965960"/>
            <a:ext cx="109728" cy="23774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3055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answer: 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32888"/>
            <a:ext cx="258775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bending, identify the likely cause, revise the connection, and retest.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60520" y="1965960"/>
            <a:ext cx="2834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1965960"/>
            <a:ext cx="109728" cy="237744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389120" y="2532888"/>
            <a:ext cx="245059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preserves evidence, targets the weak point, and makes the next test more meaningful.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15200" y="1965960"/>
            <a:ext cx="28803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0" y="1965960"/>
            <a:ext cx="109728" cy="23774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213055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move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43800" y="2532888"/>
            <a:ext cx="249631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weak point as data, not as a reason to hide the result or restart without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11680"/>
            <a:ext cx="109728" cy="2148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“Our structure is best because it looks strong.”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4340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prototype held 30% more load while using the same mass.”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9244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changed the spacing because the joint bent during two load tests.”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structure explanation connects a claim to specific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11680"/>
            <a:ext cx="109728" cy="2148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A: Opinion-heavy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judgment: “looks strong.”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4340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B: Evidence-based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measured performance: 30% more load at the same mass.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C: Evidence-based reasoning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9244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revision to repeated test observations.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892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claim + specific evidence + reasoning = stronger engineering communication.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2.17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structure idea before the next lesson.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1965960"/>
            <a:ext cx="109728" cy="26517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an aerospace structure or payload support structure.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965960"/>
            <a:ext cx="109728" cy="26517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8056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 could use to support a design decision.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8952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1965960"/>
            <a:ext cx="109728" cy="26517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81812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 you still have about structures, loads, materials, or the unit challenge.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51389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2.18 — Data Analysis, Iteration, and Final Design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Build and Load Testing</dc:title>
  <dc:subject>POE Unit 2 Lesson 2.17</dc:subject>
  <dc:creator>LockwoodSTEM</dc:creator>
  <cp:lastModifiedBy>LockwoodSTEM</cp:lastModifiedBy>
  <cp:revision>1</cp:revision>
  <dcterms:created xsi:type="dcterms:W3CDTF">2026-07-17T19:04:39Z</dcterms:created>
  <dcterms:modified xsi:type="dcterms:W3CDTF">2026-07-17T19:04:39Z</dcterms:modified>
</cp:coreProperties>
</file>