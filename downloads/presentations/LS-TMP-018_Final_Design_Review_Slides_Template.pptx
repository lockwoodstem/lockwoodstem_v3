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148840"/>
            <a:ext cx="3840480" cy="73152"/>
          </a:xfrm>
          <a:prstGeom prst="rect">
            <a:avLst/>
          </a:prstGeom>
          <a:solidFill>
            <a:srgbClr val="D6A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7315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Project Title</a:t>
            </a:r>
          </a:p>
          <a:p>
            <a:pPr>
              <a:defRPr sz="2000">
                <a:solidFill>
                  <a:srgbClr val="D9E2EF"/>
                </a:solidFill>
              </a:defRPr>
            </a:pPr>
            <a:r>
              <a:t>Team Members | Course | 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34440"/>
            <a:ext cx="3703320" cy="448056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45552" y="1344168"/>
            <a:ext cx="33741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Hero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1737360"/>
            <a:ext cx="3374136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Place one strong photo, render, CAD screenshot, or prototype image here.</a:t>
            </a:r>
          </a:p>
        </p:txBody>
      </p:sp>
      <p:pic>
        <p:nvPicPr>
          <p:cNvPr id="11" name="Picture 10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PROBLEM &amp;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Define the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539496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5065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What problem did your design solve?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Who is affected by the problem?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Why does it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25780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984248"/>
            <a:ext cx="4928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Criteria &amp;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377439"/>
            <a:ext cx="49286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List the most important requirements.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Identify limits for materials, time, tools, safety, and performance.</a:t>
            </a:r>
          </a:p>
        </p:txBody>
      </p:sp>
      <p:pic>
        <p:nvPicPr>
          <p:cNvPr id="13" name="Picture 12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RESEARCH &amp; CONCEPT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From Ideas to Direction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356616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32369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Research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32369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Key findings, observations, or precedent examples.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74519"/>
            <a:ext cx="342900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84248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Concept Options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377439"/>
            <a:ext cx="30998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Show 2-4 concepts or sketches that were considered.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874519"/>
            <a:ext cx="361188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1" y="1984248"/>
            <a:ext cx="32826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Decision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1" y="2377439"/>
            <a:ext cx="328269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Explain why the final direction was selected.</a:t>
            </a:r>
          </a:p>
        </p:txBody>
      </p:sp>
      <p:pic>
        <p:nvPicPr>
          <p:cNvPr id="16" name="Picture 15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FINAL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Selected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566928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Design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534009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Show the CAD model, sketch, system diagram, or labeled prototype.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874519"/>
            <a:ext cx="502920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2552" y="1984248"/>
            <a:ext cx="47000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2552" y="2377439"/>
            <a:ext cx="47000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Describe the inputs, outputs, subsystems, and key design features.</a:t>
            </a:r>
          </a:p>
        </p:txBody>
      </p:sp>
      <p:pic>
        <p:nvPicPr>
          <p:cNvPr id="13" name="Picture 12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BUILD &amp; PROTOTYPE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Manufacturing and Assembly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365760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Materials / BOM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33284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Summarize major parts, materials, and build choices.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74519"/>
            <a:ext cx="356616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84248"/>
            <a:ext cx="32369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Process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77439"/>
            <a:ext cx="32369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Photos, screenshots, fabrication steps, or assembly notes.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74519"/>
            <a:ext cx="329184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2" y="1984248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Build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2" y="2377439"/>
            <a:ext cx="29626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Fit, finish, tolerances, safety, and reliability notes.</a:t>
            </a:r>
          </a:p>
        </p:txBody>
      </p:sp>
      <p:pic>
        <p:nvPicPr>
          <p:cNvPr id="16" name="Picture 15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TESTING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Evidence of 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557784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24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Test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524865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Show test procedure, variables, setup diagram, and safety notes.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74519"/>
            <a:ext cx="516636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984248"/>
            <a:ext cx="4837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377439"/>
            <a:ext cx="48371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Include a graph, table, trial summary, and evidence-based claim.</a:t>
            </a:r>
          </a:p>
        </p:txBody>
      </p:sp>
      <p:pic>
        <p:nvPicPr>
          <p:cNvPr id="13" name="Picture 12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ITERATION &amp;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What Changed and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539496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Before / After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5065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Show what changed between versions or tests.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25780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984248"/>
            <a:ext cx="4928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Design Reasoning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377439"/>
            <a:ext cx="49286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Explain which data or feedback drove the improvement.</a:t>
            </a:r>
          </a:p>
        </p:txBody>
      </p:sp>
      <p:pic>
        <p:nvPicPr>
          <p:cNvPr id="13" name="Picture 12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6A23A"/>
                </a:solidFill>
              </a:defRPr>
            </a:pPr>
            <a: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B1B3A"/>
                </a:solidFill>
              </a:defRPr>
            </a:pPr>
            <a:r>
              <a:t>Defend the 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352044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Final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39"/>
            <a:ext cx="31912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Does the design meet the requirements? Use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74519"/>
            <a:ext cx="352044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842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377439"/>
            <a:ext cx="31912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What still needs improvement or further testing?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74519"/>
            <a:ext cx="3474720" cy="4160520"/>
          </a:xfrm>
          <a:prstGeom prst="roundRect">
            <a:avLst/>
          </a:prstGeom>
          <a:solidFill>
            <a:srgbClr val="F4F7FB"/>
          </a:solidFill>
          <a:ln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98424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1B3A"/>
                </a:solidFill>
              </a:defRPr>
            </a:pPr>
            <a: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377439"/>
            <a:ext cx="31455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What would the team do in the next design cycle?</a:t>
            </a:r>
          </a:p>
        </p:txBody>
      </p:sp>
      <p:pic>
        <p:nvPicPr>
          <p:cNvPr id="16" name="Picture 15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LOCKWOODSTEM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18872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Final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24128"/>
            <a:ext cx="6126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</a:defRPr>
            </a:pPr>
            <a:r>
              <a:t>Questions &amp; 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What feedback would help improve the next design iteration?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3886200"/>
            <a:ext cx="4480560" cy="73152"/>
          </a:xfrm>
          <a:prstGeom prst="rect">
            <a:avLst/>
          </a:prstGeom>
          <a:solidFill>
            <a:srgbClr val="D6A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ckwoodstem-concept-a1-blac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66" y="205740"/>
            <a:ext cx="1584920" cy="4731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