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6858000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0" y="0"/>
            <a:ext cx="109728" cy="68580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pic>
        <p:nvPicPr>
          <p:cNvPr id="5" name="Image 0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332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3 • LESSON 3.11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3320" y="1170432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Assembly Build Day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37033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03320" y="2953512"/>
            <a:ext cx="7223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 printed prototype reveal real-world fit and assembly issues?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4904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03320" y="5989320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300" dirty="0"/>
          </a:p>
        </p:txBody>
      </p:sp>
      <p:pic>
        <p:nvPicPr>
          <p:cNvPr id="17" name="Image 1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15584"/>
            <a:ext cx="20574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143000"/>
            <a:ext cx="9509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assembly, prototype, and drawing evidence for the rocket design package.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160020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1746504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" y="2075688"/>
            <a:ext cx="474573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 printed components carefully and safely.
</a:t>
            </a:r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fit differences between CAD and physical parts.
</a:t>
            </a:r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issues with photos, notes, or measurements.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5989320" y="160020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5FAFE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3912" y="1746504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53912" y="2075688"/>
            <a:ext cx="474573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assemble the printed rocket prototype while recording real-world fit evidence.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94360" y="3886200"/>
            <a:ext cx="10469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4032504"/>
            <a:ext cx="10140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8952" y="4361688"/>
            <a:ext cx="1014069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 and lesson launch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Concept walkthrough and model/documentation connection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Guided practice or teacher demonstration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min Student application checkpoint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 and scenario reveal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Assembly Build Day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 printed prototype reveal real-world fit and assembly issues?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569464"/>
            <a:ext cx="49743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" y="2898648"/>
            <a:ext cx="497433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evidence, CAD action, or prototype decision would help answer today’s focus question?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09360" y="242316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569464"/>
            <a:ext cx="43342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3952" y="2898648"/>
            <a:ext cx="433425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5166360"/>
            <a:ext cx="8961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32588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472184"/>
            <a:ext cx="10415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1801368"/>
            <a:ext cx="104150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assemble, observe, record so the final rocket assembly can be defended with evidence.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6868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9047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9047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 printed components carefully and safely.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6052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0682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8231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8231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fit differences between CAD and physical parts.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9866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7415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7415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issues with photos, notes, or measurements.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8680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every CAD, prototype, or drawing choice should leave evidence someone else can inspect.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prototype assembly build day?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7240" y="23317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247802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" y="280720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quickly without checking evidence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23317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247802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36792" y="280720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lesson evidence to make a controlled decision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77240" y="3657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380390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1832" y="413308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and hope it works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200" y="3657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380390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36792" y="413308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complete without verifying it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5349240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156362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7552" y="1892808"/>
            <a:ext cx="332841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Record the fit issue with a photo or note before changing the prototype.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65192" y="1892808"/>
            <a:ext cx="25968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 instead of a guess, shortcut, or appearance-based decision.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0" y="14173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65592" y="1892808"/>
            <a:ext cx="25968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CONNECTION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Assembly Evidence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33856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moves from individual CAD parts to a complete assembly, printed prototype, and technical drawing package.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assembly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relationships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Exploded views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 or motion checks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3484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prototype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9943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printed parts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fit testing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notes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evidence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8388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package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4847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and assembly views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Balloons and parts list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and revisions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 evidence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assemble the printed rocket prototype while recording real-world fit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rocket assembly evidence source and connect it to today’s lesson.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83794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" y="2167128"/>
            <a:ext cx="3328416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screenshot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clearance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Slicer preview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photo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view or note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1837944"/>
            <a:ext cx="62087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82312" y="2167128"/>
            <a:ext cx="620877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assemble, observe, or record the rocket assembly?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design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prototypes reveal tolerances, surface quality, and assembly issues.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8912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notes should capture problems as they happen.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9244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5703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prototype is evidence for the final design package.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2632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07592" y="4672584"/>
            <a:ext cx="95920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07592" y="5001768"/>
            <a:ext cx="9592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screen task. Save the evidence that explains how you know the design is ready.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36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6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rocket assembly, prototype, or drawing.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65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65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screenshots, dimensions, tests, photos, notes.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8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94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94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prototype assembly build day work is ready to move forward.”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
</a:t>
            </a:r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
</a:t>
            </a:r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prototype assembly build day work is accurate and ready to move forward.”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037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5328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screenshot, drawing view, or model view that shows the work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2037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5328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1181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34472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settings, fit notes, or test results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1181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36792" y="34472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part</a:t>
            </a:r>
            <a:endParaRPr lang="en-US" sz="1280" dirty="0"/>
          </a:p>
        </p:txBody>
      </p:sp>
      <p:sp>
        <p:nvSpPr>
          <p:cNvPr id="23" name="Shape 20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40325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1832" y="43616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80" dirty="0"/>
          </a:p>
        </p:txBody>
      </p:sp>
      <p:sp>
        <p:nvSpPr>
          <p:cNvPr id="26" name="Text 23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563624"/>
            <a:ext cx="4425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892808"/>
            <a:ext cx="44256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created. C shows whether it meets the requirement or supports the design decision.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1563624"/>
            <a:ext cx="4425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but not enough alone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53912" y="1892808"/>
            <a:ext cx="44256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design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prototype assembly build day notices something does not match the expected rocket assembly result.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9514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62432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29514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62432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39242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372160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39242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36792" y="372160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56362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892808"/>
            <a:ext cx="332841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892040" y="15087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8344" y="15910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13832" y="15087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13832" y="18196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screenshot, photo, or measurement.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92040" y="24231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38344" y="25054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13832" y="24231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13832" y="27340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design.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92040" y="33375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38344" y="34198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13832" y="33375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1383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92938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25856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prototype assembly build day work is good because it looks complete.”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3522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" y="326440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94106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427024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fit, alignment, or documentation issue.”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994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570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526280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clear decision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188720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7240" y="17373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88366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21284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helps improve the rocket assembly design package.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278892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3522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" y="326440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 collected or would need for prototype assembly build day.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" y="384048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98678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431596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 or revision target you still have before the next lesson.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2960" y="5532120"/>
            <a:ext cx="10515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3.12 — Prototype Fit Testing and Revision Notes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3.11 Prototype Assembly Build Day</dc:title>
  <dc:subject>IED Unit 3 Lesson 3.11</dc:subject>
  <dc:creator>LockwoodSTEM</dc:creator>
  <cp:lastModifiedBy>LockwoodSTEM</cp:lastModifiedBy>
  <cp:revision>1</cp:revision>
  <dcterms:created xsi:type="dcterms:W3CDTF">2026-07-17T17:27:53Z</dcterms:created>
  <dcterms:modified xsi:type="dcterms:W3CDTF">2026-07-17T17:27:53Z</dcterms:modified>
</cp:coreProperties>
</file>