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0.8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360 Refresher: Parts, Assemblies &amp; Exports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organize components and export digital models for fabrication or documentation?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inspect a simple Fusion 360 part.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components so design files remain understandable.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the correct file type for documentation or fabrication.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produce and name a model/export that another person can locate and use correctly.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organize components and export digital models for fabrication or documentation?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model, organize, export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inspect a simple Fusion 360 part.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components so design files remain understandable.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the correct file type for documentation or fabrication.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fusion 360 refresher: parts, assemblies &amp; exports?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models become engineering evidence when files are organized, named clearly, and exported for the correct purpose.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produce and name a model/export that another person can locate and use correctly.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model, organize, or export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fusion 360 refresher: parts, assemblies &amp; exports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Fusion part file plus STL, DXF, or export evidence as directed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0.8: Fusion 360 Refresher: Parts, Assemblies &amp; Exports.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 — Systems Thinking in Aerospace Engineering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0.8: Fusion 360 Refresher: Parts, Assemblies &amp; Exports</dc:title>
  <dc:subject>POE Unit 0 Lesson 0.8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