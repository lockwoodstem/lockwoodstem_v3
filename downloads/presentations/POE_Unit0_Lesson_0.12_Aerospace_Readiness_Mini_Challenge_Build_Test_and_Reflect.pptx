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0.12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Readiness Mini-Challenge: Build, Test &amp; Reflect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teams build, test, document, and reflect on a small aerospace support system using evidence?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small aerospace support system from the approved plan.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prototype against criteria and record evidence.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on what changed, what worked, and what should improve next.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defend a prototype with documentation, test evidence, and a specific reflection.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teams build, test, document, and reflect on a small aerospace support system using evidence?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build, test, reflect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small aerospace support system from the approved plan.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prototype against criteria and record evidence.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on what changed, what worked, and what should improve next.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aerospace readiness mini-challenge: build, test &amp; reflect?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prototype is strongest when the team can explain what it does, how it was tested, and what evidence supports the result.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defend a prototype with documentation, test evidence, and a specific reflection.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build, test, or reflect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aerospace readiness mini-challenge: build, test &amp; reflect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final notebook entry plus mini design review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0.12: Aerospace Readiness Mini-Challenge: Build, Test &amp; Reflect.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0 complete — prepare for the next POE unit.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0.12: Aerospace Readiness Mini-Challenge: Build, Test &amp; Reflect</dc:title>
  <dc:subject>POE Unit 0 Lesson 0.12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