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site_orig/LockwoodSTEM_V3-main/assets/img/course-icons/ied-course-icon.png">    </p:cNvPr>
          <p:cNvPicPr>
            <a:picLocks noChangeAspect="1"/>
          </p:cNvPicPr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9646920" y="457200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25296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4 • LESSON 4.18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589520" cy="10789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Testing and Data Collection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3063240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364992"/>
            <a:ext cx="77724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engineers collect useful data from a prototype test?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375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521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Mechanisms, Materials &amp; Electromechanical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system-thinking habits used throughout Unit 4.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737360"/>
            <a:ext cx="34655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6968" y="2139696"/>
            <a:ext cx="33832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testing protocol consistently.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measurements, observations, and test conditions clearly.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problems or unexpected behavior during testing.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5882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1737360"/>
            <a:ext cx="2642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run a planned prototype test and collect consistent data and observations.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023360"/>
          </a:xfrm>
          <a:prstGeom prst="roundRect">
            <a:avLst>
              <a:gd name="adj" fmla="val 3896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11312" y="1737360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139696"/>
            <a:ext cx="30175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Unit 4 connection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713232" y="4709160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engineers collect useful data from a prototype test?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5166360" cy="1965960"/>
          </a:xfrm>
          <a:prstGeom prst="roundRect">
            <a:avLst>
              <a:gd name="adj" fmla="val 697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2496312"/>
            <a:ext cx="47457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862072"/>
            <a:ext cx="470916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materials, forces, motion, circuit behavior, or data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4617720" cy="1965960"/>
          </a:xfrm>
          <a:prstGeom prst="roundRect">
            <a:avLst>
              <a:gd name="adj" fmla="val 697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3952" y="2496312"/>
            <a:ext cx="41970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862072"/>
            <a:ext cx="416052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 specific engineering action word.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507492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1136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3544" y="1463040"/>
            <a:ext cx="10296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run, record, observe so an aerospace system can be built, tested, revised,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testing protocol consistently.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measurements, observations, and test conditions clearly.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problems or unexpected behavior during testing.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good systems combine structure, motion, electrical behavior, and data into one clear design story.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prototype testing and data collection?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simplest option because it is fastest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251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6667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581912"/>
            <a:ext cx="32826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— Follow the same procedure each trial and record both data and observations.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109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or system behavior instead of guessing.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13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IED, your answer is stronger when it connects a system claim to observable proof.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connects materials, mechanisms, motion, data, circuits, and prototype testing into one working system.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+ structure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 and stiffness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and durability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limits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evidence</a:t>
            </a:r>
            <a:endParaRPr lang="en-US" sz="134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+ motion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2744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motion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and force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and alignment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checks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7648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connections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or electrical function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protocol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 and conclusions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run a planned prototype test and collect consistent data and observations.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85623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258568"/>
            <a:ext cx="31546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result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sketch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observation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 check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or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41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1856232"/>
            <a:ext cx="61173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run, record, or observe the prototype system?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31520" y="5349240"/>
            <a:ext cx="9875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system decision + one reason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Practicing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are only useful if the test procedure is consistent.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38912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Observations help explain the numbers and identify failure points.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9244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behavior should be recorded, not ignored.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143000" y="4526280"/>
            <a:ext cx="9921240" cy="868680"/>
          </a:xfrm>
          <a:prstGeom prst="roundRect">
            <a:avLst>
              <a:gd name="adj" fmla="val 15789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53312" y="4690872"/>
            <a:ext cx="9500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71600" y="5056632"/>
            <a:ext cx="94640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complete the prototype task. Save the evidence that explains how you know the system works or what should change next.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14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1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81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material, mechanism, circuit, data, or prototype.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343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0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10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claim: tests, graphs, observations, photos, measurements.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772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39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39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1005840" y="33375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claim: “My prototype testing and data collection work is ready to move forward.”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05840" y="4069080"/>
            <a:ext cx="9144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prove the claim?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challenge it?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 should happen next?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“My prototype testing and data collection work is accurate and ready to move forward.”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photo, graph, sketch, or model view that shows the work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test results, circuit checks, or observations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 or prototype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777240" y="38862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0507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44165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it is probably fine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777240" y="5440680"/>
            <a:ext cx="9418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 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Evidence Pair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68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Appearance, vague confidence, or unclear file names can support the story, but they do not prove the claim by themselves.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960120" y="4389120"/>
            <a:ext cx="9784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should connect directly to the system claim you are making.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724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A student working on prototype testing and data collection notices the result does not match the expected system behavior.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822960" y="5257800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Engineering Move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320040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9204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58968" y="14904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58968" y="17830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with a note, photo, graph, measurement, or test result.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892040" y="24231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24871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58968" y="24048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58968" y="26974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likely cause before changing the system.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4892040" y="33375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34015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58968" y="33192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58968" y="36118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targeted change and collect new evidence.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10058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the work.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43000"/>
            <a:ext cx="9509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178308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94767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31343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prototype testing and data collection work is good because it looks complete.”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278892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95351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31927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checked the relevant evidence and found the result matched the requirement.”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379476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95935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432511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revised the design because the check showed a specific material, mechanism, circuit, or data issue.”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7724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72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Opinion-heavy. “Looks complete” is not enough evidence.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348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451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Evidence-based. It references a check against a requirement.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reasoning. It connects a revision to a specific check.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= stronger engineering communication.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4.18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7043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the lesson before we move to the next system checkpoint.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1737360"/>
            <a:ext cx="10149840" cy="3154680"/>
          </a:xfrm>
          <a:prstGeom prst="roundRect">
            <a:avLst>
              <a:gd name="adj" fmla="val 434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1901952"/>
            <a:ext cx="9729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" y="2304288"/>
            <a:ext cx="9646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about prototype testing and data collection.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that could support today’s design or system decision.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risk, or next step for the prototype system.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521208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4.19 — Data Analysis, Graphing, and Design Conclusions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4 Lesson 4.18: Prototype Testing and Data Collection</dc:title>
  <dc:subject>IED Unit 4 Lesson 4.18</dc:subject>
  <dc:creator>LockwoodSTEM</dc:creator>
  <cp:lastModifiedBy>LockwoodSTEM</cp:lastModifiedBy>
  <cp:revision>1</cp:revision>
  <dcterms:created xsi:type="dcterms:W3CDTF">2026-07-17T17:40:16Z</dcterms:created>
  <dcterms:modified xsi:type="dcterms:W3CDTF">2026-07-17T17:40:16Z</dcterms:modified>
</cp:coreProperties>
</file>