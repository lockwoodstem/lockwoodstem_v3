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poe_work/site/assets/img/course-icons/poe-course-icon.png">    </p:cNvPr>
          <p:cNvPicPr>
            <a:picLocks noChangeAspect="1"/>
          </p:cNvPicPr>
          <p:nvPr/>
        </p:nvPicPr>
        <p:blipFill>
          <a:blip r:embed="rId2">
            <a:alphaModFix amt="97000"/>
          </a:blip>
          <a:stretch>
            <a:fillRect/>
          </a:stretch>
        </p:blipFill>
        <p:spPr>
          <a:xfrm>
            <a:off x="9646920" y="384048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UNIT 0 • LESSON 0.11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863840" cy="10332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Readiness Mini-Challenge: Plan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2990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273552"/>
            <a:ext cx="804672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teams define criteria, constraints, sketches, materials, and build steps before constructing a small aerospace support system?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601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4800600"/>
            <a:ext cx="1325880" cy="0"/>
          </a:xfrm>
          <a:prstGeom prst="line">
            <a:avLst/>
          </a:prstGeom>
          <a:noFill/>
          <a:ln w="12700">
            <a:solidFill>
              <a:srgbClr val="2ED3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989320" y="4800600"/>
            <a:ext cx="1325880" cy="0"/>
          </a:xfrm>
          <a:prstGeom prst="line">
            <a:avLst/>
          </a:prstGeom>
          <a:noFill/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Principles of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24712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systems-thinking habits for POE.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1737360"/>
            <a:ext cx="34838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2139696"/>
            <a:ext cx="3383280" cy="1636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problem, criteria, and constraints for a small support system.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and document a build-ready concept.</a:t>
            </a:r>
            <a:endParaRPr lang="en-US" sz="1260" dirty="0"/>
          </a:p>
          <a:p>
            <a:pPr marL="177800" indent="-177800">
              <a:buSzPct val="100000"/>
              <a:buChar char="•"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materials, steps, and evidence before construction.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4706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0328" y="1737360"/>
            <a:ext cx="26609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create a plan that makes the prototype easier to build, test, and defend.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02168" y="1737360"/>
            <a:ext cx="3118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75320" y="2139696"/>
            <a:ext cx="3017520" cy="34655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POE systems connection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 focus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3232" y="4727448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teams define criteria, constraints, sketches, materials, and build steps before constructing a small aerospace support system?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148840"/>
            <a:ext cx="516636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313432"/>
            <a:ext cx="47640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70916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system, tool, safety habit, model, or evidence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13432"/>
            <a:ext cx="42153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679192"/>
            <a:ext cx="41605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an action word from engineering practice.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498348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463040"/>
            <a:ext cx="10314432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define, sketch, plan so a system can be designed, built, tested,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the problem, criteria, and constraints for a small support system.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and document a build-ready concept.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200400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materials, steps, and evidence before construction.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strong engineering work is organized, safe, testable, and supported by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aerospace readiness mini-challenge: plan?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73368" y="249631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7840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easiest option because it is fastest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73368" y="3822192"/>
            <a:ext cx="4398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work look finished before checking it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8191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build-ready plan clarifies what the design must do, how it will be made, and what evidence will prove it works.</a:t>
            </a:r>
            <a:endParaRPr lang="en-US" sz="164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017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safety checks, or system behavior instead of guessing.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581912"/>
            <a:ext cx="25237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POE, strong choices are safe, testable, and connected to a system goal.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 combines mechanisms, energy, structures, controls, materials, data, and fabrication into working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+ safety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PPE and lab routines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readiness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Cleanup and inspection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3600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+ mechanisms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0916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Sketches and CAD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and assemblies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Motion and constraints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 subsystems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920240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58200" y="2322576"/>
            <a:ext cx="2743200" cy="2048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and units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 results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diagrams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conclusions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create a plan that makes the prototype easier to build, test, and defend.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856232"/>
            <a:ext cx="32552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258568"/>
            <a:ext cx="3154680" cy="2596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checklist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record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Fusion screenshot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diagram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3333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18888" y="1856232"/>
            <a:ext cx="613562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define, sketch, or plan in this lesson?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5321808"/>
            <a:ext cx="9875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engineering decision it supports.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vs. Engineering Readiness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2471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show readiness with evidence.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mindset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looks done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file opens once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 was used quickly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appears complete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is missing or vague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63640" y="1719072"/>
            <a:ext cx="5074920" cy="3520440"/>
          </a:xfrm>
          <a:prstGeom prst="roundRect">
            <a:avLst>
              <a:gd name="adj" fmla="val 3117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883664"/>
            <a:ext cx="46725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readiness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2286000"/>
            <a:ext cx="4572000" cy="28254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requirement is clear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and setup are checked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is labeled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recorded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next decision is justified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system, tool, model, or prototype.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776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452628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5488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proves, challenges, or clarifies the claim.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2"/>
          <p:cNvSpPr/>
          <p:nvPr/>
        </p:nvSpPr>
        <p:spPr>
          <a:xfrm>
            <a:off x="8321040" y="1828800"/>
            <a:ext cx="2971800" cy="2057400"/>
          </a:xfrm>
          <a:prstGeom prst="roundRect">
            <a:avLst>
              <a:gd name="adj" fmla="val 5333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22208" y="1993392"/>
            <a:ext cx="2569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549640" y="2359152"/>
            <a:ext cx="251460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4800600"/>
            <a:ext cx="103327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can include sketches, measurements, screenshots, checklists, test data, observations, photos, and reflections.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two strongest pieces of evidence.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9808" y="1572768"/>
            <a:ext cx="10378440" cy="777240"/>
          </a:xfrm>
          <a:prstGeom prst="roundRect">
            <a:avLst>
              <a:gd name="adj" fmla="val 1411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737360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103120"/>
            <a:ext cx="992124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aerospace readiness mini-challenge: plan work is accurate and ready to move forward.”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6868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labeled sketch, screenshot, diagram, or model view that shows what was created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2743200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2907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3273552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 or seems finished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6868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984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9728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checklist results, test data, or observations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3584448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64808" y="3749040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92240" y="4114800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lesson, unit, or task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868680" y="4425696"/>
            <a:ext cx="49834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590288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956048"/>
            <a:ext cx="452628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connecting the evidence to the next decision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" y="5687568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evidence pair.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Evidence Pair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89204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0488" y="1581912"/>
            <a:ext cx="44897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useful: 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434840" cy="1947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connects the evidence to the next decision. Without that connection, evidence can be hard to interpret.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68680" y="4663440"/>
            <a:ext cx="10149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confidence is not enough. Engineering evidence must be visible, specific, and tied to the requirement.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49808" y="1417320"/>
            <a:ext cx="10378440" cy="1024128"/>
          </a:xfrm>
          <a:prstGeom prst="roundRect">
            <a:avLst>
              <a:gd name="adj" fmla="val 1071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1581912"/>
            <a:ext cx="997610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947672"/>
            <a:ext cx="9921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student working on this lesson notices the result does not match the expected system behavior or requirement.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288036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4808" y="304495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41071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63640" y="3886200"/>
            <a:ext cx="49834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64808" y="4050792"/>
            <a:ext cx="4581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92240" y="4416552"/>
            <a:ext cx="452628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8680" y="5440680"/>
            <a:ext cx="8595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we will reveal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Next Step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371600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1536192"/>
            <a:ext cx="33009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01952"/>
            <a:ext cx="324612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67528" y="149047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7528" y="180136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using notes, screenshots, measurements, or observations.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00600" y="278892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85292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7528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367528" y="308152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 the likely cause: setup, file, tool, data, material, or system behavior.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00600" y="406908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00600" y="413308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67528" y="4050792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67528" y="4361688"/>
            <a:ext cx="2697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smallest useful change and collect new evidence.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turn the problem into useful evidence instead of hiding it.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on each statement before revealing the answers.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185623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51560" y="222199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work is ready because it looks finished.”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278892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95351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1560" y="331927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evidence shows the problem statement, sketch, criteria/constraints, and build plan meets the requirement because it includes labeled proof.”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822960" y="3886200"/>
            <a:ext cx="10469880" cy="914400"/>
          </a:xfrm>
          <a:prstGeom prst="roundRect">
            <a:avLst>
              <a:gd name="adj" fmla="val 12000"/>
            </a:avLst>
          </a:prstGeom>
          <a:solidFill>
            <a:srgbClr val="FCFCFD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24128" y="4050792"/>
            <a:ext cx="10067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4416552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changed the setup after the first check showed a specific problem.”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68680" y="5440680"/>
            <a:ext cx="9144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statements are evidence-based?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Opinion-heavy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a vague visual judgment: “looks finished.”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3600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B: Evidence-based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the task to labeled proof and a requirement.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138160" y="1554480"/>
            <a:ext cx="3246120" cy="2926080"/>
          </a:xfrm>
          <a:prstGeom prst="roundRect">
            <a:avLst>
              <a:gd name="adj" fmla="val 3750"/>
            </a:avLst>
          </a:prstGeom>
          <a:solidFill>
            <a:srgbClr val="F2FBF8"/>
          </a:solidFill>
          <a:ln w="12700">
            <a:solidFill>
              <a:srgbClr val="B6E2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39328" y="1719072"/>
            <a:ext cx="28437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C: Evidence-based reasoning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2788920" cy="22677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a design or setup change to an observed problem.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960" y="5166360"/>
            <a:ext cx="1005840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+ next decision = stronger engineering communication.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474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778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poe_work/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852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Principles of Engineering  |  Unit 0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37844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today’s systems-thinking habit before moving 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1627632"/>
            <a:ext cx="6400800" cy="3886200"/>
          </a:xfrm>
          <a:prstGeom prst="roundRect">
            <a:avLst>
              <a:gd name="adj" fmla="val 282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92224"/>
            <a:ext cx="599846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194560"/>
            <a:ext cx="5897880" cy="3191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from Lesson 0.11: Aerospace Readiness Mini-Challenge: Plan.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piece of evidence that would support today’s work.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safety, documentation, CAD, system, or testing habit you need to remember.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43800" y="1627632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44968" y="1792224"/>
            <a:ext cx="32095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0" y="2157984"/>
            <a:ext cx="3154680" cy="3227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0.12 — Aerospace Readiness Mini-Challenge: Build, Test &amp; Reflect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Unit 0 Lesson 0.11: Aerospace Readiness Mini-Challenge: Plan</dc:title>
  <dc:subject>POE Unit 0 Lesson 0.11</dc:subject>
  <dc:creator>LockwoodSTEM</dc:creator>
  <cp:lastModifiedBy>LockwoodSTEM</cp:lastModifiedBy>
  <cp:revision>1</cp:revision>
  <dcterms:created xsi:type="dcterms:W3CDTF">2026-07-17T18:48:47Z</dcterms:created>
  <dcterms:modified xsi:type="dcterms:W3CDTF">2026-07-17T18:48:47Z</dcterms:modified>
</cp:coreProperties>
</file>