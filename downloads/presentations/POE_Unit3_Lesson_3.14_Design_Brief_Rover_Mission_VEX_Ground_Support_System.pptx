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051560"/>
            <a:ext cx="2514600" cy="164592"/>
          </a:xfrm>
          <a:prstGeom prst="rect">
            <a:avLst/>
          </a:prstGeom>
          <a:solidFill>
            <a:srgbClr val="0B4D78">
              <a:alpha val="90000"/>
            </a:srgbClr>
          </a:solidFill>
          <a:ln w="12700">
            <a:solidFill>
              <a:srgbClr val="0B4D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1417320"/>
            <a:ext cx="1965960" cy="164592"/>
          </a:xfrm>
          <a:prstGeom prst="rect">
            <a:avLst/>
          </a:prstGeom>
          <a:solidFill>
            <a:srgbClr val="D9AB3D">
              <a:alpha val="90000"/>
            </a:srgbClr>
          </a:solidFill>
          <a:ln w="12700">
            <a:solidFill>
              <a:srgbClr val="D9AB3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1783080"/>
            <a:ext cx="2331720" cy="164592"/>
          </a:xfrm>
          <a:prstGeom prst="rect">
            <a:avLst/>
          </a:prstGeom>
          <a:solidFill>
            <a:srgbClr val="2E7D5B">
              <a:alpha val="90000"/>
            </a:srgbClr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84048"/>
            <a:ext cx="1737360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58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3 • LESSON 3.14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1115568"/>
            <a:ext cx="6492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Brief: Rover Mission + VEX Ground Support System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658368" y="2304288"/>
            <a:ext cx="484632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5968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2898648"/>
            <a:ext cx="6309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define an integrated rover and ground-support system challenge before building?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58368" y="4617720"/>
            <a:ext cx="1691640" cy="621792"/>
          </a:xfrm>
          <a:prstGeom prst="roundRect">
            <a:avLst>
              <a:gd name="adj" fmla="val 11765"/>
            </a:avLst>
          </a:prstGeom>
          <a:solidFill>
            <a:srgbClr val="D9AB3D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47914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24328" y="4617720"/>
            <a:ext cx="1691640" cy="621792"/>
          </a:xfrm>
          <a:prstGeom prst="roundRect">
            <a:avLst>
              <a:gd name="adj" fmla="val 11765"/>
            </a:avLst>
          </a:prstGeom>
          <a:solidFill>
            <a:srgbClr val="0B4D78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328" y="47914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90288" y="4617720"/>
            <a:ext cx="1691640" cy="621792"/>
          </a:xfrm>
          <a:prstGeom prst="roundRect">
            <a:avLst>
              <a:gd name="adj" fmla="val 11765"/>
            </a:avLst>
          </a:prstGeom>
          <a:solidFill>
            <a:srgbClr val="2E7D5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0288" y="47914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" y="59618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CD9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Unit 3 autonomous systems evidence.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" y="2039112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039112"/>
            <a:ext cx="109728" cy="182880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20370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targets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2606040"/>
            <a:ext cx="2862072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Unit 3 design problem, criteria, constraints, and required evidence.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how this connects to the rover and ground-support mission.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evidence needed for today’s system claim.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069080" y="2039112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9080" y="2039112"/>
            <a:ext cx="109728" cy="18288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220370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 looks like…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297680" y="2606040"/>
            <a:ext cx="2862072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make a system decision using logic, sensor data, test results, or mission performance instead of “it seems to work.”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543800" y="2039112"/>
            <a:ext cx="34747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43800" y="2039112"/>
            <a:ext cx="109728" cy="329184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0" y="220370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+ pacing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772400" y="2606040"/>
            <a:ext cx="3090672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Control quick vote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System concept + aerospace link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Compare options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check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does this system make decisions?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does this system make decisions?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mission behavior before jumping to parts or code.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210312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2103120"/>
            <a:ext cx="109728" cy="192024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2267712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 first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2670048"/>
            <a:ext cx="464515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lesson: Design Brief: Rover Mission + VEX Ground Support System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input, condition, or mission step might the system need to respond to?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2103120"/>
            <a:ext cx="47548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2103120"/>
            <a:ext cx="109728" cy="192024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2267712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class share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55080" y="2670048"/>
            <a:ext cx="437083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 using a system word: sense, decide, move, trigger, stop, adjust, release, or repeat.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77240" y="46634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connection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System Connection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System Connection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systems are useful when they connect sensing, logic, and action.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1920240"/>
            <a:ext cx="2743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920240"/>
            <a:ext cx="109728" cy="205740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08483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condition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2487168"/>
            <a:ext cx="235915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system needs to detect, time, count, measure, avoid, or respond to.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657600" y="1920240"/>
            <a:ext cx="2743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0" y="1920240"/>
            <a:ext cx="109728" cy="205740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86200" y="208483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decision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886200" y="2487168"/>
            <a:ext cx="235915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logic, threshold, sequence, or feedback that chooses the next action.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629400" y="1920240"/>
            <a:ext cx="2743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29400" y="1920240"/>
            <a:ext cx="109728" cy="20574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208483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evidence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58000" y="2487168"/>
            <a:ext cx="235915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Flowcharts, code, sensor readings, test logs, trial results, and documentation.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8680" y="4617720"/>
            <a:ext cx="99669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design brief turns an integrated mission into problem, criteria, constraints, deliverables, and evidence requirements.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Choice Sounds Most Like Engineering?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Choice Sounds Most Like Engineering?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justify your choice with one sentence.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039112"/>
            <a:ext cx="4800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039112"/>
            <a:ext cx="109728" cy="109728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20370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2606040"/>
            <a:ext cx="4416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first version once and assume it works.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039112"/>
            <a:ext cx="4800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89320" y="2039112"/>
            <a:ext cx="109728" cy="109728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220370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17920" y="2606040"/>
            <a:ext cx="4416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logic that is easiest to code.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5800" y="3456432"/>
            <a:ext cx="4800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3456432"/>
            <a:ext cx="109728" cy="109728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362102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14400" y="4023360"/>
            <a:ext cx="4416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mission behavior against criteria and test evidence before deciding.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989320" y="3456432"/>
            <a:ext cx="4800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89320" y="3456432"/>
            <a:ext cx="109728" cy="109728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0" y="362102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217920" y="4023360"/>
            <a:ext cx="4416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more parts so the system looks advanced.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22960" y="526694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strongest answer appears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Engineering Move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Engineering Move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decisions become stronger when mission criteria and evidence guide the choice.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205740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057400"/>
            <a:ext cx="109728" cy="21031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22199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answer: 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2624328"/>
            <a:ext cx="3913632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mission behavior against criteria and test evidence before deciding.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532120" y="2057400"/>
            <a:ext cx="44805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32120" y="2057400"/>
            <a:ext cx="109728" cy="21031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222199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fits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760720" y="2624328"/>
            <a:ext cx="4096512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keeps the decision connected to the intended task, repeatable performance, and proof another person can inspect.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68680" y="48006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Carry-forward idea: an autonomous system is not finished until its behavior is tested and justified.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LAUNCH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Brief: Rover Mission + VEX Ground Support System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LAUNCH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Brief: Rover Mission + VEX Ground Support System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today’s skill to the Unit 3 rover and ground-support mission.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057400"/>
            <a:ext cx="32461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057400"/>
            <a:ext cx="109728" cy="251460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221992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2624328"/>
            <a:ext cx="286207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design brief turns an integrated mission into problem, criteria, constraints, deliverables, and evidence requirements.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97680" y="2057400"/>
            <a:ext cx="32461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2057400"/>
            <a:ext cx="109728" cy="251460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2221992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activity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624328"/>
            <a:ext cx="286207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Annotate the integrated mission design brief for problem, criteria, constraints, and required evidence.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909560" y="2057400"/>
            <a:ext cx="28803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09560" y="2057400"/>
            <a:ext cx="109728" cy="25146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38160" y="222199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output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138160" y="2624328"/>
            <a:ext cx="249631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 and criteria/constraints list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Autonomous System Map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Autonomous System Map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lesson topic to a real aerospace automation task.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1920240"/>
            <a:ext cx="2240280" cy="24688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920240"/>
            <a:ext cx="109728" cy="246888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08483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one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2487168"/>
            <a:ext cx="185623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Conveyor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support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46120" y="1920240"/>
            <a:ext cx="283464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1920240"/>
            <a:ext cx="109728" cy="246888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0" y="208483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 the decision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474720" y="2487168"/>
            <a:ext cx="245059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the system sense, decide, move, stop, sort, release, or repeat?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00800" y="1920240"/>
            <a:ext cx="283464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1920240"/>
            <a:ext cx="109728" cy="246888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9400" y="208483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 evidence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29400" y="2487168"/>
            <a:ext cx="245059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data, flowchart, code, or test result would prove it worked?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8680" y="49834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system + one control decision + one kind of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First vs. Engineer First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First vs. Engineer First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make something move; the goal is to prove how and why it works.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2057400"/>
            <a:ext cx="43434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057400"/>
            <a:ext cx="109728" cy="242316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221992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Build-first mindset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2624328"/>
            <a:ext cx="3959352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parts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Guess and adjust randomly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Stop when it works once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with opinions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Ignore weak or failed trials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577840" y="2057400"/>
            <a:ext cx="43434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77840" y="2057400"/>
            <a:ext cx="109728" cy="242316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2221992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mindset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806440" y="2624328"/>
            <a:ext cx="3959352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mission criteria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 logic and signals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repeated performance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with evidence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failures to revise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 + Evidence + Reasoning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 + Evidence + Reasoning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structure whenever you defend a system decision.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1965960"/>
            <a:ext cx="28346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1965960"/>
            <a:ext cx="109728" cy="219456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2130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2532888"/>
            <a:ext cx="245059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system, logic, sensor threshold, actuator choice, or mission behavior.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94760" y="1965960"/>
            <a:ext cx="28346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94760" y="1965960"/>
            <a:ext cx="109728" cy="219456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60" y="2130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023360" y="2532888"/>
            <a:ext cx="245059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Flowcharts, code, sensor readings, trial data, observations, photos, or repeated test results.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58000" y="1965960"/>
            <a:ext cx="28346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0" y="1965960"/>
            <a:ext cx="109728" cy="21945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86600" y="2130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Reasoning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86600" y="2532888"/>
            <a:ext cx="245059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evidence supports the claim and what the team should do next.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14400" y="4800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system claim is strongest when another engineer can trace the logic and inspect the test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190195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Claim: “Our autonomous system is ready for the mission demonstration.”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13232" y="2606040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2606040"/>
            <a:ext cx="109728" cy="65836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277063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3172968"/>
            <a:ext cx="4279392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flowchart or system diagram showing the logic and components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788152" y="2606040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88152" y="2606040"/>
            <a:ext cx="109728" cy="658368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16752" y="277063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16752" y="3172968"/>
            <a:ext cx="4279392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the team likes this version best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13232" y="3447288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3447288"/>
            <a:ext cx="109728" cy="65836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1832" y="361188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41832" y="4014216"/>
            <a:ext cx="4279392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mission test results connected to the success criteria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788152" y="3447288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88152" y="3447288"/>
            <a:ext cx="109728" cy="658368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16752" y="361188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016752" y="4014216"/>
            <a:ext cx="4279392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photo that makes the robot or setup look finished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13232" y="4288536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3232" y="4288536"/>
            <a:ext cx="109728" cy="658368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1832" y="445312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41832" y="4855464"/>
            <a:ext cx="4279392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 of parts used during construction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Pair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Pair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evidence connects directly to the mission claim and can be inspected.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2011680"/>
            <a:ext cx="4480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011680"/>
            <a:ext cx="109728" cy="20574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217627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support: 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97280" y="2578608"/>
            <a:ext cx="409651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flowchart or system diagram shows design intent, decisions, components, and signal flow.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23560" y="2011680"/>
            <a:ext cx="4480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23560" y="2011680"/>
            <a:ext cx="109728" cy="20574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217627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support: C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852160" y="2578608"/>
            <a:ext cx="409651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mission tests prove performance more clearly than opinion, appearance, or a single successful run.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14400" y="47091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but not enough alone: photos, preferences, and part lists help tell the story, but they do not prove performance by themselves.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19202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team tests its rover mission. It succeeds once, but on the next trial the sensor triggers too early and the system misses the target.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77240" y="274320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2743200"/>
            <a:ext cx="109728" cy="713232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290779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3310128"/>
            <a:ext cx="418795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it because it worked one time.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760720" y="274320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2743200"/>
            <a:ext cx="109728" cy="713232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90779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989320" y="3310128"/>
            <a:ext cx="418795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decorations so the system looks more complete.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365760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3657600"/>
            <a:ext cx="109728" cy="71323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382219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05840" y="4224528"/>
            <a:ext cx="418795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early trigger, adjust the threshold or logic, and retest using the same procedure.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760720" y="365760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60720" y="3657600"/>
            <a:ext cx="109728" cy="713232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382219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989320" y="4224528"/>
            <a:ext cx="418795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over without documenting what happened.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Strongest Next Step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Strongest Next Step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turns an inconsistent result into useful evidence.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1965960"/>
            <a:ext cx="29718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1965960"/>
            <a:ext cx="109728" cy="23774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130552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answer: C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2532888"/>
            <a:ext cx="2587752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early trigger, adjust the threshold or logic, and retest using the same procedure.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60520" y="1965960"/>
            <a:ext cx="28346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0520" y="1965960"/>
            <a:ext cx="109728" cy="237744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0" y="2130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fits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389120" y="2532888"/>
            <a:ext cx="2450592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preserves evidence, targets the weak point, and makes the next test more meaningful.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315200" y="1965960"/>
            <a:ext cx="28803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0" y="1965960"/>
            <a:ext cx="109728" cy="237744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43800" y="213055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move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543800" y="2532888"/>
            <a:ext cx="2496312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failure point as data, not as a reason to hide the result or restart without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011680"/>
            <a:ext cx="109728" cy="214884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“Our system is reliable because it looks advanced.”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Vote: evidence or opinion?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4340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3400" y="2011680"/>
            <a:ext cx="109728" cy="21488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rover completed 4 out of 5 mission trials.”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Vote: evidence or opinion?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6384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63840" y="2011680"/>
            <a:ext cx="109728" cy="21488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244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9244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“We changed the threshold because the sensor triggered early twice.”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Vote: evidence or opinion?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system explanation connects a claim to specific evidence.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011680"/>
            <a:ext cx="109728" cy="214884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A: Opinion-heavy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judgment: “looks advanced.”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4340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3400" y="2011680"/>
            <a:ext cx="109728" cy="21488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B: Evidence-based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repeated trial performance: 4 out of 5.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63840" y="201168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63840" y="2011680"/>
            <a:ext cx="109728" cy="21488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2440" y="2176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C: Evidence-based reasoning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92440" y="2578608"/>
            <a:ext cx="27706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logic revision to repeated observations.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8680" y="4892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Takeaway: claim + specific evidence + reasoning = stronger engineering communication.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B31"/>
          </a:solidFill>
          <a:ln w="12700">
            <a:solidFill>
              <a:srgbClr val="061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28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130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155448"/>
            <a:ext cx="141732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291072"/>
            <a:ext cx="11201400" cy="0"/>
          </a:xfrm>
          <a:prstGeom prst="line">
            <a:avLst/>
          </a:prstGeom>
          <a:noFill/>
          <a:ln w="12700">
            <a:solidFill>
              <a:srgbClr val="CADAE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3642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95560" y="6364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6928" y="877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1064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66928" y="15727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system idea before the next lesson.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196596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1965960"/>
            <a:ext cx="109728" cy="265176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21305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43000" y="2532888"/>
            <a:ext cx="254203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way today’s lesson connects to an autonomous aerospace system.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196596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965960"/>
            <a:ext cx="109728" cy="2651760"/>
          </a:xfrm>
          <a:prstGeom prst="rect">
            <a:avLst/>
          </a:prstGeom>
          <a:solidFill>
            <a:srgbClr val="0B4D78"/>
          </a:solidFill>
          <a:ln w="12700">
            <a:solidFill>
              <a:srgbClr val="0B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80560" y="21305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480560" y="2532888"/>
            <a:ext cx="254203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you could use to support a system decision.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589520" y="196596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ADA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9520" y="1965960"/>
            <a:ext cx="109728" cy="26517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8120" y="21305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818120" y="2532888"/>
            <a:ext cx="254203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 you still have about control, sensors, actuators, feedback, or fluid power.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8680" y="51389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3.15 — Mission Planning and System Architecture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Brief: Rover Mission + VEX Ground Support System</dc:title>
  <dc:subject>POE Unit 3 Lesson 3.14</dc:subject>
  <dc:creator>LockwoodSTEM</dc:creator>
  <cp:lastModifiedBy>LockwoodSTEM</cp:lastModifiedBy>
  <cp:revision>1</cp:revision>
  <dcterms:created xsi:type="dcterms:W3CDTF">2026-07-17T19:09:54Z</dcterms:created>
  <dcterms:modified xsi:type="dcterms:W3CDTF">2026-07-17T19:09:54Z</dcterms:modified>
</cp:coreProperties>
</file>