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Testing and Data Collection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828800" cy="0"/>
          </a:xfrm>
          <a:prstGeom prst="line">
            <a:avLst/>
          </a:prstGeom>
          <a:noFill/>
          <a:ln w="12700">
            <a:solidFill>
              <a:srgbClr val="D7A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6060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you collect repeated test data to evaluate capstone performance against mission requirements.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078992" cy="32918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1828800" y="4709160"/>
            <a:ext cx="1078992" cy="329184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3154680" y="4709160"/>
            <a:ext cx="1078992" cy="32918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502920" y="61447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C6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540" dirty="0"/>
          </a:p>
        </p:txBody>
      </p:sp>
      <p:pic>
        <p:nvPicPr>
          <p:cNvPr id="14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02920"/>
            <a:ext cx="1143000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21040" y="1691640"/>
            <a:ext cx="2240280" cy="54864"/>
          </a:xfrm>
          <a:prstGeom prst="rect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1920240"/>
            <a:ext cx="2240280" cy="5486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148840"/>
            <a:ext cx="2240280" cy="5486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BRIEFING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move the capstone from idea to defensible engineering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54864" cy="1828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980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collect repeated test data to evaluate capstone performance against mission requirements.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54864" cy="1828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4728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how today's capstone artifact supports a clear requirement, design decision, or final defense.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5943600" y="1691640"/>
            <a:ext cx="292608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69164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5420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work time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check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debrief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deliverable: Official capstone test data.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PROMPT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prototype testing and data collection move the capstone from idea to defensible engineering solution?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students open notebooks and project files.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5720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4187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decision, artifact, or piece of evidence that today’s work should produce.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3840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288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975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34564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name a requirement, subsystem, test, data source, or design decision.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connect your answers to the capstone workflow on the next slide.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Today 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capstone lesson builds one piece of the final design defense.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mission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stakeholders, requirements</a:t>
            </a:r>
            <a:endParaRPr lang="en-US" sz="590" dirty="0"/>
          </a:p>
        </p:txBody>
      </p:sp>
      <p:sp>
        <p:nvSpPr>
          <p:cNvPr id="12" name="Shape 9"/>
          <p:cNvSpPr/>
          <p:nvPr/>
        </p:nvSpPr>
        <p:spPr>
          <a:xfrm>
            <a:off x="121615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1691640"/>
            <a:ext cx="411480" cy="411480"/>
          </a:xfrm>
          <a:prstGeom prst="ellipse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288036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8803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Concepts, architecture, trade-offs</a:t>
            </a:r>
            <a:endParaRPr lang="en-US" sz="590" dirty="0"/>
          </a:p>
        </p:txBody>
      </p:sp>
      <p:sp>
        <p:nvSpPr>
          <p:cNvPr id="17" name="Shape 14"/>
          <p:cNvSpPr/>
          <p:nvPr/>
        </p:nvSpPr>
        <p:spPr>
          <a:xfrm>
            <a:off x="336499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1691640"/>
            <a:ext cx="411480" cy="411480"/>
          </a:xfrm>
          <a:prstGeom prst="ellipse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807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02920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prototype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502920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CAD, fabrication, integration</a:t>
            </a:r>
            <a:endParaRPr lang="en-US" sz="590" dirty="0"/>
          </a:p>
        </p:txBody>
      </p:sp>
      <p:sp>
        <p:nvSpPr>
          <p:cNvPr id="22" name="Shape 19"/>
          <p:cNvSpPr/>
          <p:nvPr/>
        </p:nvSpPr>
        <p:spPr>
          <a:xfrm>
            <a:off x="551383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178040" y="1691640"/>
            <a:ext cx="411480" cy="411480"/>
          </a:xfrm>
          <a:prstGeom prst="ellipse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717804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revise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71780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failure modes, iteration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66267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32688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4575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932688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evidence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Documentation, demo, review</a:t>
            </a:r>
            <a:endParaRPr lang="en-US" sz="590" dirty="0"/>
          </a:p>
        </p:txBody>
      </p:sp>
      <p:sp>
        <p:nvSpPr>
          <p:cNvPr id="32" name="Text 2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 strengthens the prototype testing and data collection part of the capstone story.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34" name="Text 3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VOTE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best supports a strong capstone design decision?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answer with one sentence.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choice because it is fastest to finish.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85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80360"/>
            <a:ext cx="54864" cy="685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only on making the prototype look complete.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8036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documentation until the final presentation.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capstone move appears on the next slide.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Capstone Move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teams make decisions that can be traced back to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28016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28016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capstone decision to criteria, constraints, evidence, and engineering reasoning.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28016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final review should show what you decided, why you decided it, and what evidence supports it.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decisions should be defensible, not just finished.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Capstone Pulls POE Together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combines systems thinking, fabrication, testing, and communication.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+ structures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Loads, supports, motion, force transfer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quality and fit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stability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0020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+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outputs, logic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Motors, sensors, or rover behavior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0020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defense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test plans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Graphs, observations, calculations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recommendations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DELIVERABLE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capstone test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should make your capstone easier to understand, build, test, or defend.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include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labels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evidence or reasoning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detail for another person to follow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83080"/>
            <a:ext cx="54864" cy="210312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statements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sketches or data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with no justification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Leaving changes undocumented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8308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later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documentation package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 slides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reflection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GATE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Moving 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check whether today’s work is ready to support the next capstone step.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98755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79222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checklist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148840"/>
            <a:ext cx="94914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deliverable matches the lesson purpose.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constraints, or evidence are visible.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specific enough to guide a teammate.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risks, or weak points are documented.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is clear.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artifact creates confusion later; a strong artifact saves time during build and review.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CHALLENGE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team claims the capstone system is ready for final review. What evidence would make that claim credible?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requirement or success metric tied to the mission problem.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sketches, CAD, test data, and notes showing how the system changed.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design is probably good enough.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explanation that connects results to recommendations.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strongest evidence set. Then explain why.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evidence connects the claim to requirements and performance.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3716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B + 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define what “ready” means; artifacts and test results show whether the system meets that standard.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37160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 is weak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opinion may be useful feedback, but it is not enough to prove performance.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3716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rule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need inspectable evidence: drawings, data, photos, calculations, notes, and explanations.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WORK TIME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Today’s Capstone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time to make measurable progress on the deliverable.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9164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Set the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completed by the end of today for official capstone test data?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9164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Create evidence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sketches, tables, CAD notes, test plans, diagrams, or written explanations as needed.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9164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Review quality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clarity, labels, units, requirements, risks, and next steps before submission.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ALIGNMENT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Accountability in Team 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when the capstone is collaborative, each student should understand the system and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54864" cy="201168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own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7840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assigned task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documentation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explanation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0116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align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4380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737360"/>
            <a:ext cx="54864" cy="20116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0839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defend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4496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results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your capstone prototype works once but fails twice, what should the team do next?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failed trials because one test worked.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 and use the failure pattern to improve the system.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use the best result in the final presentation.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testing and move to decoration.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reveal the engineering response.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Problems as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results are not something to hide; they are something to investigate.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4864" cy="13258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trials, identify the failure mode, revise the weak subsystem or test setup, and retest before making a final claim.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03504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828800"/>
            <a:ext cx="54864" cy="13258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3620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capstone defense is stronger when it honestly explains problems, evidence, and improvements.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engineering story includes what changed and why it changed.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DEBRIEF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5.13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today’s work moved your capstone forward.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complete or improve today?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1031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or reasoning supports that work?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3736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next risk, question, or action?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5.14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5.13</a:t>
            </a:r>
            <a:endParaRPr lang="en-US" sz="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CARRY-FORWARD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final design is only as strong as the evidence you can explain.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9552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work clearly.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5876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 honestly.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743200"/>
            <a:ext cx="54864" cy="11887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92200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decisions to proof.</a:t>
            </a:r>
            <a:endParaRPr lang="en-US" sz="620" dirty="0"/>
          </a:p>
        </p:txBody>
      </p:sp>
      <p:pic>
        <p:nvPicPr>
          <p:cNvPr id="1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989320"/>
            <a:ext cx="11430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5 Lesson 5.13: Prototype Testing and Data Collection</dc:title>
  <dc:subject>POE Unit 5 Capstone Lesson Presentation</dc:subject>
  <dc:creator>LockwoodSTEM</dc:creator>
  <cp:lastModifiedBy>LockwoodSTEM</cp:lastModifiedBy>
  <cp:revision>1</cp:revision>
  <dcterms:created xsi:type="dcterms:W3CDTF">2026-07-17T23:50:22Z</dcterms:created>
  <dcterms:modified xsi:type="dcterms:W3CDTF">2026-07-17T23:50:22Z</dcterms:modified>
</cp:coreProperties>
</file>