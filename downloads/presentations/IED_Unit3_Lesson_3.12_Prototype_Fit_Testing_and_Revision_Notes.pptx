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54680" cy="6858000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54680" y="0"/>
            <a:ext cx="109728" cy="685800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pic>
        <p:nvPicPr>
          <p:cNvPr id="5" name="Image 0" descr="/mnt/data/site_orig/LockwoodSTEM_V3-main/assets/img/course-icons/ied-course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03320" y="685800"/>
            <a:ext cx="4389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3 • LESSON 3.12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03320" y="1170432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Fit Testing and Revision Notes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370332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03320" y="2953512"/>
            <a:ext cx="7223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fit testing guide final documentation?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749040" y="416052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EAF4FB"/>
          </a:solidFill>
          <a:ln w="12700">
            <a:solidFill>
              <a:srgbClr val="BED3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4352544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416052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EAF4FB"/>
          </a:solidFill>
          <a:ln w="12700">
            <a:solidFill>
              <a:srgbClr val="BED3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4352544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03920" y="4160520"/>
            <a:ext cx="1783080" cy="685800"/>
          </a:xfrm>
          <a:prstGeom prst="roundRect">
            <a:avLst>
              <a:gd name="adj" fmla="val 16000"/>
            </a:avLst>
          </a:prstGeom>
          <a:solidFill>
            <a:srgbClr val="EAF4FB"/>
          </a:solidFill>
          <a:ln w="12700">
            <a:solidFill>
              <a:srgbClr val="BED3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4352544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03320" y="5989320"/>
            <a:ext cx="4023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300" dirty="0"/>
          </a:p>
        </p:txBody>
      </p:sp>
      <p:pic>
        <p:nvPicPr>
          <p:cNvPr id="17" name="Image 1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815584"/>
            <a:ext cx="205740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143000"/>
            <a:ext cx="95097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assembly, prototype, and drawing evidence for the rocket design package.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1600200"/>
            <a:ext cx="50749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" y="1746504"/>
            <a:ext cx="4745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" y="2075688"/>
            <a:ext cx="4745736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fit tests against assembly criteria.
</a:t>
            </a:r>
            <a:pPr indent="0" marL="0">
              <a:buNone/>
            </a:pPr>
            <a:r>
              <a:rPr lang="en-US" sz="133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CAD expectations to physical prototype results.
</a:t>
            </a:r>
            <a:pPr indent="0" marL="0">
              <a:buNone/>
            </a:pPr>
            <a:r>
              <a:rPr lang="en-US" sz="133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revision notes that explain what should change next.</a:t>
            </a:r>
            <a:endParaRPr lang="en-US" sz="1330" dirty="0"/>
          </a:p>
        </p:txBody>
      </p:sp>
      <p:sp>
        <p:nvSpPr>
          <p:cNvPr id="14" name="Shape 11"/>
          <p:cNvSpPr/>
          <p:nvPr/>
        </p:nvSpPr>
        <p:spPr>
          <a:xfrm>
            <a:off x="5989320" y="1600200"/>
            <a:ext cx="5074920" cy="2011680"/>
          </a:xfrm>
          <a:prstGeom prst="roundRect">
            <a:avLst>
              <a:gd name="adj" fmla="val 5455"/>
            </a:avLst>
          </a:prstGeom>
          <a:solidFill>
            <a:srgbClr val="F5FAFE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53912" y="1746504"/>
            <a:ext cx="47457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53912" y="2075688"/>
            <a:ext cx="474573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turn prototype fit testing into revision notes for the final design package.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94360" y="3886200"/>
            <a:ext cx="10469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" y="4032504"/>
            <a:ext cx="10140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58952" y="4361688"/>
            <a:ext cx="10140696" cy="1444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 Opening prompt and lesson launch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 Concept walkthrough and model/documentation connection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Guided practice or teacher demonstration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min Student application checkpoint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Evidence challenge and scenario reveal
</a:t>
            </a:r>
            <a:pPr indent="0" marL="0">
              <a:buNone/>
            </a:pPr>
            <a:r>
              <a:rPr lang="en-US" sz="122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 Exit debrief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Fit Testing and Revision Notes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417320"/>
            <a:ext cx="10607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fit testing guide final documentation?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31520" y="242316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569464"/>
            <a:ext cx="49743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96112" y="2898648"/>
            <a:ext cx="497433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evidence, CAD action, or prototype decision would help answer today’s focus question?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309360" y="242316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2569464"/>
            <a:ext cx="43342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73952" y="2898648"/>
            <a:ext cx="433425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 specific engineering action word.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31520" y="5166360"/>
            <a:ext cx="8961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325880"/>
            <a:ext cx="10744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1472184"/>
            <a:ext cx="104150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6112" y="1801368"/>
            <a:ext cx="104150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test, compare, explain so the final rocket assembly can be defended with evidence.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68680" y="292608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4984" y="300837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490472" y="292608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90472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fit tests against assembly criteria.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160520" y="292608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06824" y="300837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82312" y="292608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782312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CAD expectations to physical prototype results.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452360" y="292608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98664" y="300837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74152" y="292608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074152" y="323697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revision notes that explain what should change next.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68680" y="5230368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every CAD, prototype, or drawing choice should leave evidence someone else can inspect.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43000"/>
            <a:ext cx="9509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prototype fit testing and revision notes?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77240" y="233172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" y="247802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1832" y="280720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quickly without checking evidence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72200" y="233172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6792" y="247802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36792" y="280720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lesson evidence to make a controlled decision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77240" y="365760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" y="380390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41832" y="413308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and hope it works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72200" y="365760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36792" y="3803904"/>
            <a:ext cx="4471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36792" y="4133088"/>
            <a:ext cx="44714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complete without verifying it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77240" y="5349240"/>
            <a:ext cx="8595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14173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1563624"/>
            <a:ext cx="3328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87552" y="1892808"/>
            <a:ext cx="332841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— Link each recommended change to a specific fit-test observation.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800600" y="141732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65192" y="1563624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65192" y="1892808"/>
            <a:ext cx="259689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 instead of a guess, shortcut, or appearance-based decision.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01000" y="1417320"/>
            <a:ext cx="29260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65592" y="1563624"/>
            <a:ext cx="2596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65592" y="1892808"/>
            <a:ext cx="2596896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IED, your answer is stronger when it connects a claim to observable proof.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 CONNECTION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Rocket Assembly Evidence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33856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3 moves from individual CAD parts to a complete assembly, printed prototype, and technical drawing package.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85800" y="178308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9293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 assembly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0392" y="2258568"/>
            <a:ext cx="291693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relationships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and alignment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Exploded views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Interference or motion checks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434840" y="178308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9432" y="19293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prototype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99432" y="2258568"/>
            <a:ext cx="291693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printed parts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fit testing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notes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evidence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83880" y="178308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48472" y="19293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Drawing package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48472" y="2258568"/>
            <a:ext cx="291693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and assembly views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Balloons and parts list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 and revisions
</a:t>
            </a:r>
            <a:pPr indent="0" marL="0">
              <a:buNone/>
            </a:pPr>
            <a:r>
              <a:rPr lang="en-US" sz="13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 evidence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turn prototype fit testing into revision notes for the final design package.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rocket assembly evidence source and connect it to today’s lesson.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837944"/>
            <a:ext cx="3328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0392" y="2167128"/>
            <a:ext cx="3328416" cy="2724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 screenshot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clearance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Slicer preview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photo
</a:t>
            </a:r>
            <a:pPr indent="0" marL="0">
              <a:buNone/>
            </a:pPr>
            <a:r>
              <a:rPr lang="en-US" sz="15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Drawing view or note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82312" y="1837944"/>
            <a:ext cx="620877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82312" y="2167128"/>
            <a:ext cx="620877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test, compare, or explain the rocket assembly?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31520" y="5349240"/>
            <a:ext cx="9875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design decision + one reason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Practicing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155448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17007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0392" y="2029968"/>
            <a:ext cx="29169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testing connects physical evidence to future revisions.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389120" y="155448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17007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029968"/>
            <a:ext cx="29169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notes describe the issue, evidence, and recommended change.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092440" y="1554480"/>
            <a:ext cx="324612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57032" y="1700784"/>
            <a:ext cx="29169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57032" y="2029968"/>
            <a:ext cx="29169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results help explain the limits of the final prototype.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143000" y="4526280"/>
            <a:ext cx="9921240" cy="868680"/>
          </a:xfrm>
          <a:prstGeom prst="roundRect">
            <a:avLst>
              <a:gd name="adj" fmla="val 12632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07592" y="4672584"/>
            <a:ext cx="95920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307592" y="5001768"/>
            <a:ext cx="95920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complete the screen task. Save the evidence that explains how you know the design is ready.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146304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154533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36192" y="146304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36192" y="177393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rocket assembly, prototype, or drawing.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146304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9704" y="154533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65192" y="146304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65192" y="177393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claim: screenshots, dimensions, tests, photos, notes.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772400" y="146304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18704" y="154533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94192" y="146304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394192" y="177393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05840" y="33375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claim: “My prototype fit testing and revision notes work is ready to move forward.”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005840" y="4069080"/>
            <a:ext cx="91440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prove the claim?
</a:t>
            </a:r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challenge it?
</a:t>
            </a:r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 should happen next?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“My prototype fit testing and revision notes work is accurate and ready to move forward.”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7240" y="20574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22037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5328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screenshot, drawing view, or model view that shows the work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6172200" y="20574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22037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36792" y="25328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777240" y="29718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1181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34472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settings, fit notes, or test results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6172200" y="29718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31181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36792" y="34472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 or part</a:t>
            </a:r>
            <a:endParaRPr lang="en-US" sz="1280" dirty="0"/>
          </a:p>
        </p:txBody>
      </p:sp>
      <p:sp>
        <p:nvSpPr>
          <p:cNvPr id="23" name="Shape 20"/>
          <p:cNvSpPr/>
          <p:nvPr/>
        </p:nvSpPr>
        <p:spPr>
          <a:xfrm>
            <a:off x="777240" y="38862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1832" y="403250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41832" y="4361688"/>
            <a:ext cx="456285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it is probably fine</a:t>
            </a:r>
            <a:endParaRPr lang="en-US" sz="1280" dirty="0"/>
          </a:p>
        </p:txBody>
      </p:sp>
      <p:sp>
        <p:nvSpPr>
          <p:cNvPr id="26" name="Text 23"/>
          <p:cNvSpPr/>
          <p:nvPr/>
        </p:nvSpPr>
        <p:spPr>
          <a:xfrm>
            <a:off x="777240" y="5440680"/>
            <a:ext cx="9418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 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Evidence Pair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141732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1563624"/>
            <a:ext cx="4425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" y="1892808"/>
            <a:ext cx="44256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created. C shows whether it meets the requirement or supports the design decision.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989320" y="141732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1563624"/>
            <a:ext cx="44256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but not enough alone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53912" y="1892808"/>
            <a:ext cx="44256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Appearance, vague confidence, or unclear file names can support the story, but they do not prove the claim by themselves.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0120" y="4389120"/>
            <a:ext cx="9784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should connect directly to the design claim you are making.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A student working on prototype fit testing and revision notes notices something does not match the expected rocket assembly result.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77240" y="214884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229514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62432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6172200" y="214884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229514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36792" y="262432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777240" y="324612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39242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372160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380" dirty="0"/>
          </a:p>
        </p:txBody>
      </p:sp>
      <p:sp>
        <p:nvSpPr>
          <p:cNvPr id="20" name="Shape 17"/>
          <p:cNvSpPr/>
          <p:nvPr/>
        </p:nvSpPr>
        <p:spPr>
          <a:xfrm>
            <a:off x="6172200" y="324612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3392424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36792" y="3721608"/>
            <a:ext cx="45628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822960" y="5257800"/>
            <a:ext cx="8595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Engineering Move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141732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1563624"/>
            <a:ext cx="33284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" y="1892808"/>
            <a:ext cx="332841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892040" y="150876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8344" y="159105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13832" y="150876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13832" y="181965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with a note, screenshot, photo, or measurement.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92040" y="242316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38344" y="250545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13832" y="242316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513832" y="273405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likely cause before changing the design.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892040" y="3337560"/>
            <a:ext cx="475488" cy="475488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38344" y="3419856"/>
            <a:ext cx="182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513832" y="3337560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513832" y="3648456"/>
            <a:ext cx="2468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targeted change and collect new evidence.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058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the work.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143000"/>
            <a:ext cx="9509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" y="1783080"/>
            <a:ext cx="102412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929384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258568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prototype fit testing and revision notes work is good because it looks complete.”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2788920"/>
            <a:ext cx="10241280" cy="822960"/>
          </a:xfrm>
          <a:prstGeom prst="roundRect">
            <a:avLst>
              <a:gd name="adj" fmla="val 13333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2935224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" y="3264408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checked the relevant evidence and found the result matched the requirement.”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77240" y="3794760"/>
            <a:ext cx="10241280" cy="822960"/>
          </a:xfrm>
          <a:prstGeom prst="roundRect">
            <a:avLst>
              <a:gd name="adj" fmla="val 13333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941064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4270248"/>
            <a:ext cx="99120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revised the design because the check showed a specific fit, alignment, or documentation issue.”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7724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14173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" y="1892808"/>
            <a:ext cx="296265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Opinion-heavy. “Looks complete” is not enough evidence.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34840" y="14173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943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99432" y="1892808"/>
            <a:ext cx="296265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Evidence-based. It references a check against a requirement.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92440" y="14173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F8F1D7"/>
          </a:solidFill>
          <a:ln w="13970">
            <a:solidFill>
              <a:srgbClr val="D9AB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57032" y="1563624"/>
            <a:ext cx="296265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57032" y="1892808"/>
            <a:ext cx="296265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reasoning. It connects a revision to a specific check.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4526280"/>
            <a:ext cx="10424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clear decision = stronger engineering communication.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203A"/>
          </a:solidFill>
          <a:ln w="12700">
            <a:solidFill>
              <a:srgbClr val="08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"/>
            <a:ext cx="109728" cy="502920"/>
          </a:xfrm>
          <a:prstGeom prst="rect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6949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300" dirty="0"/>
          </a:p>
        </p:txBody>
      </p:sp>
      <p:pic>
        <p:nvPicPr>
          <p:cNvPr id="6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966960" y="347472"/>
            <a:ext cx="17830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8813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3.12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7620">
            <a:solidFill>
              <a:srgbClr val="D7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188720"/>
            <a:ext cx="9601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77240" y="173736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883664"/>
            <a:ext cx="10003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212848"/>
            <a:ext cx="10003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way today’s lesson helps improve the rocket assembly design package.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278892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7FBFF"/>
          </a:solidFill>
          <a:ln w="13970">
            <a:solidFill>
              <a:srgbClr val="D9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2935224"/>
            <a:ext cx="10003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" y="3264408"/>
            <a:ext cx="10003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you collected or would need for prototype fit testing and revision notes.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77240" y="3840480"/>
            <a:ext cx="10332720" cy="914400"/>
          </a:xfrm>
          <a:prstGeom prst="roundRect">
            <a:avLst>
              <a:gd name="adj" fmla="val 12000"/>
            </a:avLst>
          </a:prstGeom>
          <a:solidFill>
            <a:srgbClr val="FFF8E2"/>
          </a:solidFill>
          <a:ln w="13970">
            <a:solidFill>
              <a:srgbClr val="E7C46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986784"/>
            <a:ext cx="100035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" y="4315968"/>
            <a:ext cx="10003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 or revision target you still have before the next lesson.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22960" y="5532120"/>
            <a:ext cx="10515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3.13 — Introduction to Technical Drawing Sheets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3.12 Prototype Fit Testing and Revision Notes</dc:title>
  <dc:subject>IED Unit 3 Lesson 3.12</dc:subject>
  <dc:creator>LockwoodSTEM</dc:creator>
  <cp:lastModifiedBy>LockwoodSTEM</cp:lastModifiedBy>
  <cp:revision>1</cp:revision>
  <dcterms:created xsi:type="dcterms:W3CDTF">2026-07-17T17:27:53Z</dcterms:created>
  <dcterms:modified xsi:type="dcterms:W3CDTF">2026-07-17T17:27:53Z</dcterms:modified>
</cp:coreProperties>
</file>