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0.9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
Prototype Build Day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teams turn a design plan into a physical prototype?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prototype building habits needed for Unit 0 work.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first prototype from the approved plan.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rocket fit and stability during construction.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changes, problems, and solutions as they happen.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build from a plan while recording changes and evidence.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What should be built first?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Build priority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Prototype build priorities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15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Prototype construction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Mid-build fit and stability check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Build evidence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you build carefully from a plan?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does prototype building matter in engineering work?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way prototype building could improve a project.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clearer decisions, better tests, stronger evidence, or better communication.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this lesson.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Prototype Building helps engineers make work clear, testable, and defendable.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Clarify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the goal and evidence easier to understand.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Decide what should happen before building.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criteria, data, or feedback to judge the work.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Explain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Communicate the decision with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prototype building so the next design step is stronger.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Building: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strong prototype building?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Guessing without recording a reason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Guess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Using evidence to guide the next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explain the work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Too late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whatever is fastest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Building: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choices are clear, evidence-based, and documented.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Using evidence to guide the next step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the work to proof that others can inspect.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the decision harder to justify.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every important decision should connect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today's tools to prepare for the next design step.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Build priorities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first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next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last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fit often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changes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Build expectations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approved materials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to the plan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for checks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unsafe shortcuts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problems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Building in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idea to the Unit 0 launch pad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focus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How would prototype building improve that part of the challenge?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Identify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Name what matters most.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Record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Capture evidence clearly.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Compare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Check work against criteria.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Improve based on what changed.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Share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Communicate the result.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step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to Prototype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engineering thinking visible and useful.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Random building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Weak approach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purpose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evidence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inspect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to revise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Controlled prototype build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Strong approach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revision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work connects actions, evidence, and decisions.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Base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Make it stand on its own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Support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Secure the rocket safely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Document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Record changes as they happen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Prototype photos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Sketches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Material changes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Fit checks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Stability notes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Problems solved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Shows Good Building?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“Our prototype was built carefully from the approved plan.”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photo or sketch of the prototype in progress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the team worked fast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Notes explaining one change from the plan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photo of decorations only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No record until the end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Shows Good Building?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directly to the claim.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photo or sketch of the prototype in progress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physical progress and structure.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Notes explaining one change from the plan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how the team handled real build conditions.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speed and decoration do not prove careful construction.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During construction, the support column bends when the rocket is placed on the pad.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Ignore it until the final test.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Add decoration to hide the weak area.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Pause, record the problem, reinforce the support, and document the change.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Throw away the prototype without noting the issue.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keeps the process evidence-based.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Pause, record the problem, reinforce the support, and document the change.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Pause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Do not continue building on a weak structure.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Record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Capture the problem as evidence.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Reinforce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Improve the prototype and explain why.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build problems become useful evidence when they are recorded and addressed.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Evidence or Not?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“We changed the base because it tipped during a fit check.”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evidence or not?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“It looks awesome now.”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evidence or not?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support bent, so we added a brace.”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evidence or not?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Evidence or Not?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answers use specific evidence and clear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Evidence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It connects a change to a test result.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 enough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Appearance does not explain performance.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Evidence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connects a problem to a solution.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build notes should explain changes, not just describe the final object.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today's lesson before the next mission.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build priority your team should follow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piece of build evidence you should capture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problem your team should watch for during construction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0.10 — Launch Pad Testing and Improvement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