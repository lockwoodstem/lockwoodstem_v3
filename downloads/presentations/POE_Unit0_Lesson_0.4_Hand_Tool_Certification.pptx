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0.4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 Tool Certification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engineers use basic hand tools safely and accurately for measuring, cutting, fastening, clamping, and assembly?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safe hand-tool handling practices.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measuring and assembly tools with care and accuracy.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safe tool use through the certification process.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show readiness to use basic hand tools without rushing, guessing, or bypassing safety routines.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engineers use basic hand tools safely and accurately for measuring, cutting, fastening, clamping, and assembly?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measure, secure, assemble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safe hand-tool handling practices.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measuring and assembly tools with care and accuracy.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safe tool use through the certification process.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hand tool certification?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tool use depends on setup, supervision, safe body position, and evidence that the part is accurate.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show readiness to use basic hand tools without rushing, guessing, or bypassing safety routines.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measure, secure, or assemble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hand tool certification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hand tool certification checklist or evidence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0.4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0.4: Hand Tool Certification.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0.5 — Laser Cutter Certification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0.4: Hand Tool Certification</dc:title>
  <dc:subject>POE Unit 0 Lesson 0.4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