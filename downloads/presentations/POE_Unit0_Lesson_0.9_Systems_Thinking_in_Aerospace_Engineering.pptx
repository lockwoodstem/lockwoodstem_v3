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0.9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Thinking in Aerospace Engineering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inputs, outputs, subsystems, constraints, feedback, and failure points shape an aerospace system?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inputs, outputs, and subsystems in an aerospace example.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feedback and constraints affect system behavior.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clear system diagram with evidence of relationships.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diagram an aerospace system as connected parts rather than isolated components.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inputs, outputs, subsystems, constraints, feedback, and failure points shape an aerospace system?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map, connect, predict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inputs, outputs, and subsystems in an aerospace example.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feedback and constraints affect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clear system diagram with evidence of relationships.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systems thinking in aerospace engineering?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thinking looks for relationships: what enters, what changes, what leaves, and what can fail.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diagram an aerospace system as connected parts rather than isolated components.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map, connect, or predict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systems thinking in aerospace engineering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aerospace system diagram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0.9: Systems Thinking in Aerospace Engineering.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 — VEX and Rover Readiness Orientation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0.9: Systems Thinking in Aerospace Engineering</dc:title>
  <dc:subject>POE Unit 0 Lesson 0.9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