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9646920" y="457200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25296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4 • LESSON 4.16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589520" cy="10789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Build Day 2: Electrical or Electromechanical Integration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364992"/>
            <a:ext cx="77724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electrical or electromechanical features be integrated safely into a prototype?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375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21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Mechanisms, Materials &amp; Electromechanical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system-thinking habits used throughout Unit 4.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737360"/>
            <a:ext cx="34655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6968" y="2139696"/>
            <a:ext cx="3383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electrical or electromechanical features to the prototype safely.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components so wires, motors, and moving parts do not interfere.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integrated subsystem before full prototype testing.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5882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737360"/>
            <a:ext cx="2642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integrate a circuit, motor, or electrical feature while checking safety, fit, and function.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023360"/>
          </a:xfrm>
          <a:prstGeom prst="roundRect">
            <a:avLst>
              <a:gd name="adj" fmla="val 3896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11312" y="1737360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139696"/>
            <a:ext cx="30175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Unit 4 connection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713232" y="4709160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electrical or electromechanical features be integrated safely into a prototype?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5166360" cy="1965960"/>
          </a:xfrm>
          <a:prstGeom prst="roundRect">
            <a:avLst>
              <a:gd name="adj" fmla="val 697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2496312"/>
            <a:ext cx="47457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862072"/>
            <a:ext cx="470916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materials, forces, motion, circuit behavior, or data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4617720" cy="1965960"/>
          </a:xfrm>
          <a:prstGeom prst="roundRect">
            <a:avLst>
              <a:gd name="adj" fmla="val 697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2496312"/>
            <a:ext cx="41970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862072"/>
            <a:ext cx="416052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1136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1463040"/>
            <a:ext cx="10296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integrate, secure, test so an aerospace system can be built, tested, revised,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electrical or electromechanical features to the prototype safely.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components so wires, motors, and moving parts do not interfere.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integrated subsystem before full prototype testing.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good systems combine structure, motion, electrical behavior, and data into one clear design story.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prototype build day 2: electrical or electromechanical integration?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simplest option because it is fastest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6667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581912"/>
            <a:ext cx="32826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— Secure and test the electrical subsystem before relying on it in the full prototype.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109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or system behavior instead of guessing.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system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connects materials, mechanisms, motion, data, circuits, and prototype testing into one working system.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+ 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 and stiffness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and durability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limits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evidence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+ motion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2744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motion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and force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checks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7648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connections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or electrical function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protocol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 and conclusions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integrate a circuit, motor, or electrical feature while checking safety, fit, and function.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85623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258568"/>
            <a:ext cx="31546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result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sketch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observation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 check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or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41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856232"/>
            <a:ext cx="61173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integrate, secure, or test the prototype system?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system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is where separate subsystems become one working prototype.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Wires, motors, switches, and moving parts must be placed safely and intentionally.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9244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integrated subsystem should be tested before the final system test.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5789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4690872"/>
            <a:ext cx="9500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5056632"/>
            <a:ext cx="94640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prototype task. Save the evidence that explains how you know the system works or what should change next.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14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81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material, mechanism, circuit, data, or prototype.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0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10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tests, graphs, observations, photos, measurements.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72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9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prototype build day 2: electrical or electromechanical integration work is ready to move forward.”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prototype build day 2: electrical or electromechanical integration work is accurate and ready to move forward.”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photo, graph, sketch, or model view that shows the work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test results, circuit checks, or observations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prototype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0507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44165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68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system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prototype build day 2: electrical or electromechanical integration notices the result does not match the expected system behavior.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320040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58968" y="14904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58968" y="17830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photo, graph, measurement, or test result.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892040" y="24231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4871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58968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58968" y="26974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system.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892040" y="33375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4015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58968" y="33192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58968" y="36118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94767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31343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prototype build day 2: electrical or electromechanical integration work is good because it looks complete.”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95351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31927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95935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432511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material, mechanism, circuit, or data issue.”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51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7043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lesson before we move to the next system checkpoint.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1737360"/>
            <a:ext cx="10149840" cy="3154680"/>
          </a:xfrm>
          <a:prstGeom prst="roundRect">
            <a:avLst>
              <a:gd name="adj" fmla="val 434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901952"/>
            <a:ext cx="9729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" y="2304288"/>
            <a:ext cx="9646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about prototype build day 2: electrical or electromechanical integration.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that could support today’s design or system decision.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risk, or next step for the prototype system.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4.17 — Testing Protocol Development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4 Lesson 4.16: Prototype Build Day 2: Electrical or Electromechanical Integration</dc:title>
  <dc:subject>IED Unit 4 Lesson 4.16</dc:subject>
  <dc:creator>LockwoodSTEM</dc:creator>
  <cp:lastModifiedBy>LockwoodSTEM</cp:lastModifiedBy>
  <cp:revision>1</cp:revision>
  <dcterms:created xsi:type="dcterms:W3CDTF">2026-07-17T17:40:16Z</dcterms:created>
  <dcterms:modified xsi:type="dcterms:W3CDTF">2026-07-17T17:40:16Z</dcterms:modified>
</cp:coreProperties>
</file>